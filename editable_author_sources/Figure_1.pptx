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98"/>
    <p:restoredTop sz="94637"/>
  </p:normalViewPr>
  <p:slideViewPr>
    <p:cSldViewPr snapToGrid="0">
      <p:cViewPr>
        <p:scale>
          <a:sx n="155" d="100"/>
          <a:sy n="155" d="100"/>
        </p:scale>
        <p:origin x="-272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8DDE5-AA06-F848-BB98-8D64154DABF0}" type="datetimeFigureOut">
              <a:rPr kumimoji="1" lang="zh-CN" altLang="en-US" smtClean="0"/>
              <a:t>2026/7/22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A8D77-E818-1F4A-B912-A72838C8A64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023010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8DDE5-AA06-F848-BB98-8D64154DABF0}" type="datetimeFigureOut">
              <a:rPr kumimoji="1" lang="zh-CN" altLang="en-US" smtClean="0"/>
              <a:t>2026/7/22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A8D77-E818-1F4A-B912-A72838C8A64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762078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8DDE5-AA06-F848-BB98-8D64154DABF0}" type="datetimeFigureOut">
              <a:rPr kumimoji="1" lang="zh-CN" altLang="en-US" smtClean="0"/>
              <a:t>2026/7/22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A8D77-E818-1F4A-B912-A72838C8A64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880539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8DDE5-AA06-F848-BB98-8D64154DABF0}" type="datetimeFigureOut">
              <a:rPr kumimoji="1" lang="zh-CN" altLang="en-US" smtClean="0"/>
              <a:t>2026/7/22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A8D77-E818-1F4A-B912-A72838C8A64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150045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8DDE5-AA06-F848-BB98-8D64154DABF0}" type="datetimeFigureOut">
              <a:rPr kumimoji="1" lang="zh-CN" altLang="en-US" smtClean="0"/>
              <a:t>2026/7/22</a:t>
            </a:fld>
            <a:endParaRPr kumimoji="1"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A8D77-E818-1F4A-B912-A72838C8A64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455766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8DDE5-AA06-F848-BB98-8D64154DABF0}" type="datetimeFigureOut">
              <a:rPr kumimoji="1" lang="zh-CN" altLang="en-US" smtClean="0"/>
              <a:t>2026/7/22</a:t>
            </a:fld>
            <a:endParaRPr kumimoji="1"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A8D77-E818-1F4A-B912-A72838C8A64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447637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8DDE5-AA06-F848-BB98-8D64154DABF0}" type="datetimeFigureOut">
              <a:rPr kumimoji="1" lang="zh-CN" altLang="en-US" smtClean="0"/>
              <a:t>2026/7/22</a:t>
            </a:fld>
            <a:endParaRPr kumimoji="1"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A8D77-E818-1F4A-B912-A72838C8A64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419658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8DDE5-AA06-F848-BB98-8D64154DABF0}" type="datetimeFigureOut">
              <a:rPr kumimoji="1" lang="zh-CN" altLang="en-US" smtClean="0"/>
              <a:t>2026/7/22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A8D77-E818-1F4A-B912-A72838C8A64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88293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8DDE5-AA06-F848-BB98-8D64154DABF0}" type="datetimeFigureOut">
              <a:rPr kumimoji="1" lang="zh-CN" altLang="en-US" smtClean="0"/>
              <a:t>2026/7/22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A8D77-E818-1F4A-B912-A72838C8A64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997411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8DDE5-AA06-F848-BB98-8D64154DABF0}" type="datetimeFigureOut">
              <a:rPr kumimoji="1" lang="zh-CN" altLang="en-US" smtClean="0"/>
              <a:t>2026/7/22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A8D77-E818-1F4A-B912-A72838C8A64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558599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8DDE5-AA06-F848-BB98-8D64154DABF0}" type="datetimeFigureOut">
              <a:rPr kumimoji="1" lang="zh-CN" altLang="en-US" smtClean="0"/>
              <a:t>2026/7/22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A8D77-E818-1F4A-B912-A72838C8A64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410267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F8DDE5-AA06-F848-BB98-8D64154DABF0}" type="datetimeFigureOut">
              <a:rPr kumimoji="1" lang="zh-CN" altLang="en-US" smtClean="0"/>
              <a:t>2026/7/22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EA8D77-E818-1F4A-B912-A72838C8A64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025619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图形 4">
            <a:extLst>
              <a:ext uri="{FF2B5EF4-FFF2-40B4-BE49-F238E27FC236}">
                <a16:creationId xmlns:a16="http://schemas.microsoft.com/office/drawing/2014/main" id="{31C7E62C-B254-59C7-031E-A38C9AEFFB6B}"/>
              </a:ext>
            </a:extLst>
          </p:cNvPr>
          <p:cNvGrpSpPr/>
          <p:nvPr/>
        </p:nvGrpSpPr>
        <p:grpSpPr>
          <a:xfrm>
            <a:off x="394176" y="560414"/>
            <a:ext cx="9554231" cy="2667969"/>
            <a:chOff x="-747167" y="596170"/>
            <a:chExt cx="9554231" cy="2667969"/>
          </a:xfrm>
        </p:grpSpPr>
        <p:sp>
          <p:nvSpPr>
            <p:cNvPr id="9" name="任意形状 8">
              <a:extLst>
                <a:ext uri="{FF2B5EF4-FFF2-40B4-BE49-F238E27FC236}">
                  <a16:creationId xmlns:a16="http://schemas.microsoft.com/office/drawing/2014/main" id="{AA6CE666-69FA-5926-E076-E9CB350DA2FE}"/>
                </a:ext>
              </a:extLst>
            </p:cNvPr>
            <p:cNvSpPr/>
            <p:nvPr/>
          </p:nvSpPr>
          <p:spPr>
            <a:xfrm>
              <a:off x="-239369" y="968013"/>
              <a:ext cx="1225126" cy="591939"/>
            </a:xfrm>
            <a:custGeom>
              <a:avLst/>
              <a:gdLst>
                <a:gd name="csX0" fmla="*/ 117304 w 1225126"/>
                <a:gd name="csY0" fmla="*/ 591939 h 591939"/>
                <a:gd name="csX1" fmla="*/ 1107822 w 1225126"/>
                <a:gd name="csY1" fmla="*/ 591939 h 591939"/>
                <a:gd name="csX2" fmla="*/ 1225126 w 1225126"/>
                <a:gd name="csY2" fmla="*/ 548988 h 591939"/>
                <a:gd name="csX3" fmla="*/ 1225126 w 1225126"/>
                <a:gd name="csY3" fmla="*/ 42962 h 591939"/>
                <a:gd name="csX4" fmla="*/ 1107822 w 1225126"/>
                <a:gd name="csY4" fmla="*/ 0 h 591939"/>
                <a:gd name="csX5" fmla="*/ 117304 w 1225126"/>
                <a:gd name="csY5" fmla="*/ 0 h 591939"/>
                <a:gd name="csX6" fmla="*/ 0 w 1225126"/>
                <a:gd name="csY6" fmla="*/ 42962 h 591939"/>
                <a:gd name="csX7" fmla="*/ 0 w 1225126"/>
                <a:gd name="csY7" fmla="*/ 548988 h 591939"/>
                <a:gd name="csX8" fmla="*/ 117304 w 1225126"/>
                <a:gd name="csY8" fmla="*/ 591939 h 59193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225126" h="591939">
                  <a:moveTo>
                    <a:pt x="117304" y="591939"/>
                  </a:moveTo>
                  <a:lnTo>
                    <a:pt x="1107822" y="591939"/>
                  </a:lnTo>
                  <a:cubicBezTo>
                    <a:pt x="1186020" y="591939"/>
                    <a:pt x="1225126" y="577622"/>
                    <a:pt x="1225126" y="548988"/>
                  </a:cubicBezTo>
                  <a:lnTo>
                    <a:pt x="1225126" y="42962"/>
                  </a:lnTo>
                  <a:cubicBezTo>
                    <a:pt x="1225126" y="14320"/>
                    <a:pt x="1186020" y="0"/>
                    <a:pt x="1107822" y="0"/>
                  </a:cubicBezTo>
                  <a:lnTo>
                    <a:pt x="117304" y="0"/>
                  </a:lnTo>
                  <a:cubicBezTo>
                    <a:pt x="39107" y="0"/>
                    <a:pt x="0" y="14320"/>
                    <a:pt x="0" y="42962"/>
                  </a:cubicBezTo>
                  <a:lnTo>
                    <a:pt x="0" y="548988"/>
                  </a:lnTo>
                  <a:cubicBezTo>
                    <a:pt x="0" y="577622"/>
                    <a:pt x="39107" y="591939"/>
                    <a:pt x="117304" y="591939"/>
                  </a:cubicBezTo>
                  <a:close/>
                </a:path>
              </a:pathLst>
            </a:custGeom>
            <a:solidFill>
              <a:srgbClr val="E8F1F5"/>
            </a:solidFill>
            <a:ln w="14585" cap="flat">
              <a:solidFill>
                <a:srgbClr val="C9D4DB"/>
              </a:solidFill>
              <a:prstDash val="solid"/>
              <a:miter/>
            </a:ln>
          </p:spPr>
        </p:sp>
        <p:sp>
          <p:nvSpPr>
            <p:cNvPr id="10" name="任意形状 9">
              <a:extLst>
                <a:ext uri="{FF2B5EF4-FFF2-40B4-BE49-F238E27FC236}">
                  <a16:creationId xmlns:a16="http://schemas.microsoft.com/office/drawing/2014/main" id="{4BB84CB6-1027-A7EB-C71F-AFDB2DB7DE79}"/>
                </a:ext>
              </a:extLst>
            </p:cNvPr>
            <p:cNvSpPr/>
            <p:nvPr/>
          </p:nvSpPr>
          <p:spPr>
            <a:xfrm>
              <a:off x="1617048" y="962418"/>
              <a:ext cx="1290298" cy="591939"/>
            </a:xfrm>
            <a:custGeom>
              <a:avLst/>
              <a:gdLst>
                <a:gd name="csX0" fmla="*/ 117304 w 1290298"/>
                <a:gd name="csY0" fmla="*/ 591939 h 591939"/>
                <a:gd name="csX1" fmla="*/ 1172995 w 1290298"/>
                <a:gd name="csY1" fmla="*/ 591939 h 591939"/>
                <a:gd name="csX2" fmla="*/ 1290299 w 1290298"/>
                <a:gd name="csY2" fmla="*/ 548988 h 591939"/>
                <a:gd name="csX3" fmla="*/ 1290299 w 1290298"/>
                <a:gd name="csY3" fmla="*/ 42962 h 591939"/>
                <a:gd name="csX4" fmla="*/ 1172995 w 1290298"/>
                <a:gd name="csY4" fmla="*/ 0 h 591939"/>
                <a:gd name="csX5" fmla="*/ 117304 w 1290298"/>
                <a:gd name="csY5" fmla="*/ 0 h 591939"/>
                <a:gd name="csX6" fmla="*/ 0 w 1290298"/>
                <a:gd name="csY6" fmla="*/ 42962 h 591939"/>
                <a:gd name="csX7" fmla="*/ 0 w 1290298"/>
                <a:gd name="csY7" fmla="*/ 548988 h 591939"/>
                <a:gd name="csX8" fmla="*/ 117304 w 1290298"/>
                <a:gd name="csY8" fmla="*/ 591939 h 59193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290298" h="591939">
                  <a:moveTo>
                    <a:pt x="117304" y="591939"/>
                  </a:moveTo>
                  <a:lnTo>
                    <a:pt x="1172995" y="591939"/>
                  </a:lnTo>
                  <a:cubicBezTo>
                    <a:pt x="1251192" y="591939"/>
                    <a:pt x="1290299" y="577622"/>
                    <a:pt x="1290299" y="548988"/>
                  </a:cubicBezTo>
                  <a:lnTo>
                    <a:pt x="1290299" y="42962"/>
                  </a:lnTo>
                  <a:cubicBezTo>
                    <a:pt x="1290299" y="14320"/>
                    <a:pt x="1251192" y="0"/>
                    <a:pt x="1172995" y="0"/>
                  </a:cubicBezTo>
                  <a:lnTo>
                    <a:pt x="117304" y="0"/>
                  </a:lnTo>
                  <a:cubicBezTo>
                    <a:pt x="39107" y="0"/>
                    <a:pt x="0" y="14320"/>
                    <a:pt x="0" y="42962"/>
                  </a:cubicBezTo>
                  <a:lnTo>
                    <a:pt x="0" y="548988"/>
                  </a:lnTo>
                  <a:cubicBezTo>
                    <a:pt x="0" y="577622"/>
                    <a:pt x="39107" y="591939"/>
                    <a:pt x="117304" y="591939"/>
                  </a:cubicBezTo>
                  <a:close/>
                </a:path>
              </a:pathLst>
            </a:custGeom>
            <a:solidFill>
              <a:srgbClr val="E8F1F5"/>
            </a:solidFill>
            <a:ln w="14585" cap="flat">
              <a:solidFill>
                <a:srgbClr val="C9D4DB"/>
              </a:solidFill>
              <a:prstDash val="solid"/>
              <a:miter/>
            </a:ln>
          </p:spPr>
        </p:sp>
        <p:sp>
          <p:nvSpPr>
            <p:cNvPr id="11" name="任意形状 10">
              <a:extLst>
                <a:ext uri="{FF2B5EF4-FFF2-40B4-BE49-F238E27FC236}">
                  <a16:creationId xmlns:a16="http://schemas.microsoft.com/office/drawing/2014/main" id="{68CEBF96-9629-3C15-9CF8-6E2C8086182C}"/>
                </a:ext>
              </a:extLst>
            </p:cNvPr>
            <p:cNvSpPr/>
            <p:nvPr/>
          </p:nvSpPr>
          <p:spPr>
            <a:xfrm>
              <a:off x="3664375" y="968013"/>
              <a:ext cx="1290282" cy="591939"/>
            </a:xfrm>
            <a:custGeom>
              <a:avLst/>
              <a:gdLst>
                <a:gd name="csX0" fmla="*/ 117288 w 1290282"/>
                <a:gd name="csY0" fmla="*/ 591939 h 591939"/>
                <a:gd name="csX1" fmla="*/ 1172978 w 1290282"/>
                <a:gd name="csY1" fmla="*/ 591939 h 591939"/>
                <a:gd name="csX2" fmla="*/ 1290282 w 1290282"/>
                <a:gd name="csY2" fmla="*/ 548988 h 591939"/>
                <a:gd name="csX3" fmla="*/ 1290282 w 1290282"/>
                <a:gd name="csY3" fmla="*/ 42962 h 591939"/>
                <a:gd name="csX4" fmla="*/ 1172978 w 1290282"/>
                <a:gd name="csY4" fmla="*/ 0 h 591939"/>
                <a:gd name="csX5" fmla="*/ 117288 w 1290282"/>
                <a:gd name="csY5" fmla="*/ 0 h 591939"/>
                <a:gd name="csX6" fmla="*/ 0 w 1290282"/>
                <a:gd name="csY6" fmla="*/ 42962 h 591939"/>
                <a:gd name="csX7" fmla="*/ 0 w 1290282"/>
                <a:gd name="csY7" fmla="*/ 548988 h 591939"/>
                <a:gd name="csX8" fmla="*/ 117288 w 1290282"/>
                <a:gd name="csY8" fmla="*/ 591939 h 59193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290282" h="591939">
                  <a:moveTo>
                    <a:pt x="117288" y="591939"/>
                  </a:moveTo>
                  <a:lnTo>
                    <a:pt x="1172978" y="591939"/>
                  </a:lnTo>
                  <a:cubicBezTo>
                    <a:pt x="1251192" y="591939"/>
                    <a:pt x="1290282" y="577622"/>
                    <a:pt x="1290282" y="548988"/>
                  </a:cubicBezTo>
                  <a:lnTo>
                    <a:pt x="1290282" y="42962"/>
                  </a:lnTo>
                  <a:cubicBezTo>
                    <a:pt x="1290282" y="14320"/>
                    <a:pt x="1251192" y="0"/>
                    <a:pt x="1172978" y="0"/>
                  </a:cubicBezTo>
                  <a:lnTo>
                    <a:pt x="117288" y="0"/>
                  </a:lnTo>
                  <a:cubicBezTo>
                    <a:pt x="39090" y="0"/>
                    <a:pt x="0" y="14320"/>
                    <a:pt x="0" y="42962"/>
                  </a:cubicBezTo>
                  <a:lnTo>
                    <a:pt x="0" y="548988"/>
                  </a:lnTo>
                  <a:cubicBezTo>
                    <a:pt x="0" y="577622"/>
                    <a:pt x="39090" y="591939"/>
                    <a:pt x="117288" y="591939"/>
                  </a:cubicBezTo>
                  <a:close/>
                </a:path>
              </a:pathLst>
            </a:custGeom>
            <a:solidFill>
              <a:srgbClr val="EAF3EA"/>
            </a:solidFill>
            <a:ln w="14585" cap="flat">
              <a:solidFill>
                <a:srgbClr val="C9D4DB"/>
              </a:solidFill>
              <a:prstDash val="solid"/>
              <a:miter/>
            </a:ln>
          </p:spPr>
        </p:sp>
        <p:sp>
          <p:nvSpPr>
            <p:cNvPr id="12" name="任意形状 11">
              <a:extLst>
                <a:ext uri="{FF2B5EF4-FFF2-40B4-BE49-F238E27FC236}">
                  <a16:creationId xmlns:a16="http://schemas.microsoft.com/office/drawing/2014/main" id="{42714A5C-038D-FBBB-5E95-0C665B35AA20}"/>
                </a:ext>
              </a:extLst>
            </p:cNvPr>
            <p:cNvSpPr/>
            <p:nvPr/>
          </p:nvSpPr>
          <p:spPr>
            <a:xfrm>
              <a:off x="5645893" y="971596"/>
              <a:ext cx="1290299" cy="591939"/>
            </a:xfrm>
            <a:custGeom>
              <a:avLst/>
              <a:gdLst>
                <a:gd name="csX0" fmla="*/ 117304 w 1290299"/>
                <a:gd name="csY0" fmla="*/ 591939 h 591939"/>
                <a:gd name="csX1" fmla="*/ 1172994 w 1290299"/>
                <a:gd name="csY1" fmla="*/ 591939 h 591939"/>
                <a:gd name="csX2" fmla="*/ 1290299 w 1290299"/>
                <a:gd name="csY2" fmla="*/ 548988 h 591939"/>
                <a:gd name="csX3" fmla="*/ 1290299 w 1290299"/>
                <a:gd name="csY3" fmla="*/ 42962 h 591939"/>
                <a:gd name="csX4" fmla="*/ 1172994 w 1290299"/>
                <a:gd name="csY4" fmla="*/ 0 h 591939"/>
                <a:gd name="csX5" fmla="*/ 117304 w 1290299"/>
                <a:gd name="csY5" fmla="*/ 0 h 591939"/>
                <a:gd name="csX6" fmla="*/ 0 w 1290299"/>
                <a:gd name="csY6" fmla="*/ 42962 h 591939"/>
                <a:gd name="csX7" fmla="*/ 0 w 1290299"/>
                <a:gd name="csY7" fmla="*/ 548988 h 591939"/>
                <a:gd name="csX8" fmla="*/ 117304 w 1290299"/>
                <a:gd name="csY8" fmla="*/ 591939 h 59193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290299" h="591939">
                  <a:moveTo>
                    <a:pt x="117304" y="591939"/>
                  </a:moveTo>
                  <a:lnTo>
                    <a:pt x="1172994" y="591939"/>
                  </a:lnTo>
                  <a:cubicBezTo>
                    <a:pt x="1251192" y="591939"/>
                    <a:pt x="1290299" y="577622"/>
                    <a:pt x="1290299" y="548988"/>
                  </a:cubicBezTo>
                  <a:lnTo>
                    <a:pt x="1290299" y="42962"/>
                  </a:lnTo>
                  <a:cubicBezTo>
                    <a:pt x="1290299" y="14320"/>
                    <a:pt x="1251192" y="0"/>
                    <a:pt x="1172994" y="0"/>
                  </a:cubicBezTo>
                  <a:lnTo>
                    <a:pt x="117304" y="0"/>
                  </a:lnTo>
                  <a:cubicBezTo>
                    <a:pt x="39107" y="0"/>
                    <a:pt x="0" y="14320"/>
                    <a:pt x="0" y="42962"/>
                  </a:cubicBezTo>
                  <a:lnTo>
                    <a:pt x="0" y="548988"/>
                  </a:lnTo>
                  <a:cubicBezTo>
                    <a:pt x="0" y="577622"/>
                    <a:pt x="39107" y="591939"/>
                    <a:pt x="117304" y="591939"/>
                  </a:cubicBezTo>
                  <a:close/>
                </a:path>
              </a:pathLst>
            </a:custGeom>
            <a:solidFill>
              <a:srgbClr val="EAF3EA"/>
            </a:solidFill>
            <a:ln w="14585" cap="flat">
              <a:solidFill>
                <a:srgbClr val="C9D4DB"/>
              </a:solidFill>
              <a:prstDash val="solid"/>
              <a:miter/>
            </a:ln>
          </p:spPr>
        </p:sp>
        <p:sp>
          <p:nvSpPr>
            <p:cNvPr id="13" name="任意形状 12">
              <a:extLst>
                <a:ext uri="{FF2B5EF4-FFF2-40B4-BE49-F238E27FC236}">
                  <a16:creationId xmlns:a16="http://schemas.microsoft.com/office/drawing/2014/main" id="{FFFBAB5B-AE34-8423-483D-3C7A9FF4D3D2}"/>
                </a:ext>
              </a:extLst>
            </p:cNvPr>
            <p:cNvSpPr/>
            <p:nvPr/>
          </p:nvSpPr>
          <p:spPr>
            <a:xfrm>
              <a:off x="7647111" y="961240"/>
              <a:ext cx="1159953" cy="591939"/>
            </a:xfrm>
            <a:custGeom>
              <a:avLst/>
              <a:gdLst>
                <a:gd name="csX0" fmla="*/ 117304 w 1159953"/>
                <a:gd name="csY0" fmla="*/ 591939 h 591939"/>
                <a:gd name="csX1" fmla="*/ 1042649 w 1159953"/>
                <a:gd name="csY1" fmla="*/ 591939 h 591939"/>
                <a:gd name="csX2" fmla="*/ 1159954 w 1159953"/>
                <a:gd name="csY2" fmla="*/ 548988 h 591939"/>
                <a:gd name="csX3" fmla="*/ 1159954 w 1159953"/>
                <a:gd name="csY3" fmla="*/ 42962 h 591939"/>
                <a:gd name="csX4" fmla="*/ 1042649 w 1159953"/>
                <a:gd name="csY4" fmla="*/ 0 h 591939"/>
                <a:gd name="csX5" fmla="*/ 117304 w 1159953"/>
                <a:gd name="csY5" fmla="*/ 0 h 591939"/>
                <a:gd name="csX6" fmla="*/ 0 w 1159953"/>
                <a:gd name="csY6" fmla="*/ 42962 h 591939"/>
                <a:gd name="csX7" fmla="*/ 0 w 1159953"/>
                <a:gd name="csY7" fmla="*/ 548988 h 591939"/>
                <a:gd name="csX8" fmla="*/ 117304 w 1159953"/>
                <a:gd name="csY8" fmla="*/ 591939 h 59193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159953" h="591939">
                  <a:moveTo>
                    <a:pt x="117304" y="591939"/>
                  </a:moveTo>
                  <a:lnTo>
                    <a:pt x="1042649" y="591939"/>
                  </a:lnTo>
                  <a:cubicBezTo>
                    <a:pt x="1120863" y="591939"/>
                    <a:pt x="1159954" y="577622"/>
                    <a:pt x="1159954" y="548988"/>
                  </a:cubicBezTo>
                  <a:lnTo>
                    <a:pt x="1159954" y="42962"/>
                  </a:lnTo>
                  <a:cubicBezTo>
                    <a:pt x="1159954" y="14320"/>
                    <a:pt x="1120863" y="0"/>
                    <a:pt x="1042649" y="0"/>
                  </a:cubicBezTo>
                  <a:lnTo>
                    <a:pt x="117304" y="0"/>
                  </a:lnTo>
                  <a:cubicBezTo>
                    <a:pt x="39091" y="0"/>
                    <a:pt x="0" y="14320"/>
                    <a:pt x="0" y="42962"/>
                  </a:cubicBezTo>
                  <a:lnTo>
                    <a:pt x="0" y="548988"/>
                  </a:lnTo>
                  <a:cubicBezTo>
                    <a:pt x="0" y="577622"/>
                    <a:pt x="39091" y="591939"/>
                    <a:pt x="117304" y="591939"/>
                  </a:cubicBezTo>
                  <a:close/>
                </a:path>
              </a:pathLst>
            </a:custGeom>
            <a:solidFill>
              <a:srgbClr val="FFF3D5"/>
            </a:solidFill>
            <a:ln w="14585" cap="flat">
              <a:solidFill>
                <a:srgbClr val="C9D4DB"/>
              </a:solidFill>
              <a:prstDash val="solid"/>
              <a:miter/>
            </a:ln>
          </p:spPr>
        </p:sp>
        <p:sp>
          <p:nvSpPr>
            <p:cNvPr id="14" name="任意形状 13">
              <a:extLst>
                <a:ext uri="{FF2B5EF4-FFF2-40B4-BE49-F238E27FC236}">
                  <a16:creationId xmlns:a16="http://schemas.microsoft.com/office/drawing/2014/main" id="{D04DDD02-FF8F-13C6-636E-1CDA50232873}"/>
                </a:ext>
              </a:extLst>
            </p:cNvPr>
            <p:cNvSpPr/>
            <p:nvPr/>
          </p:nvSpPr>
          <p:spPr>
            <a:xfrm>
              <a:off x="373194" y="2084226"/>
              <a:ext cx="1935431" cy="544193"/>
            </a:xfrm>
            <a:custGeom>
              <a:avLst/>
              <a:gdLst>
                <a:gd name="csX0" fmla="*/ 117288 w 1811615"/>
                <a:gd name="csY0" fmla="*/ 544194 h 544193"/>
                <a:gd name="csX1" fmla="*/ 1694311 w 1811615"/>
                <a:gd name="csY1" fmla="*/ 544194 h 544193"/>
                <a:gd name="csX2" fmla="*/ 1811615 w 1811615"/>
                <a:gd name="csY2" fmla="*/ 501243 h 544193"/>
                <a:gd name="csX3" fmla="*/ 1811615 w 1811615"/>
                <a:gd name="csY3" fmla="*/ 42951 h 544193"/>
                <a:gd name="csX4" fmla="*/ 1694311 w 1811615"/>
                <a:gd name="csY4" fmla="*/ 0 h 544193"/>
                <a:gd name="csX5" fmla="*/ 117288 w 1811615"/>
                <a:gd name="csY5" fmla="*/ 0 h 544193"/>
                <a:gd name="csX6" fmla="*/ 0 w 1811615"/>
                <a:gd name="csY6" fmla="*/ 42951 h 544193"/>
                <a:gd name="csX7" fmla="*/ 0 w 1811615"/>
                <a:gd name="csY7" fmla="*/ 501243 h 544193"/>
                <a:gd name="csX8" fmla="*/ 117288 w 1811615"/>
                <a:gd name="csY8" fmla="*/ 544194 h 54419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811615" h="544193">
                  <a:moveTo>
                    <a:pt x="117288" y="544194"/>
                  </a:moveTo>
                  <a:lnTo>
                    <a:pt x="1694311" y="544194"/>
                  </a:lnTo>
                  <a:cubicBezTo>
                    <a:pt x="1772525" y="544194"/>
                    <a:pt x="1811615" y="529877"/>
                    <a:pt x="1811615" y="501243"/>
                  </a:cubicBezTo>
                  <a:lnTo>
                    <a:pt x="1811615" y="42951"/>
                  </a:lnTo>
                  <a:cubicBezTo>
                    <a:pt x="1811615" y="14317"/>
                    <a:pt x="1772525" y="0"/>
                    <a:pt x="1694311" y="0"/>
                  </a:cubicBezTo>
                  <a:lnTo>
                    <a:pt x="117288" y="0"/>
                  </a:lnTo>
                  <a:cubicBezTo>
                    <a:pt x="39090" y="0"/>
                    <a:pt x="0" y="14317"/>
                    <a:pt x="0" y="42951"/>
                  </a:cubicBezTo>
                  <a:lnTo>
                    <a:pt x="0" y="501243"/>
                  </a:lnTo>
                  <a:cubicBezTo>
                    <a:pt x="0" y="529877"/>
                    <a:pt x="39090" y="544194"/>
                    <a:pt x="117288" y="544194"/>
                  </a:cubicBezTo>
                  <a:close/>
                </a:path>
              </a:pathLst>
            </a:custGeom>
            <a:solidFill>
              <a:srgbClr val="EFF4F7"/>
            </a:solidFill>
            <a:ln w="14585" cap="flat">
              <a:solidFill>
                <a:srgbClr val="C9D4DB"/>
              </a:solidFill>
              <a:prstDash val="solid"/>
              <a:miter/>
            </a:ln>
          </p:spPr>
        </p:sp>
        <p:sp>
          <p:nvSpPr>
            <p:cNvPr id="15" name="任意形状 14">
              <a:extLst>
                <a:ext uri="{FF2B5EF4-FFF2-40B4-BE49-F238E27FC236}">
                  <a16:creationId xmlns:a16="http://schemas.microsoft.com/office/drawing/2014/main" id="{66A375BC-1585-5046-38DE-324CC40F604A}"/>
                </a:ext>
              </a:extLst>
            </p:cNvPr>
            <p:cNvSpPr/>
            <p:nvPr/>
          </p:nvSpPr>
          <p:spPr>
            <a:xfrm>
              <a:off x="3251461" y="2087065"/>
              <a:ext cx="2179581" cy="544193"/>
            </a:xfrm>
            <a:custGeom>
              <a:avLst/>
              <a:gdLst>
                <a:gd name="csX0" fmla="*/ 117304 w 1811631"/>
                <a:gd name="csY0" fmla="*/ 544194 h 544193"/>
                <a:gd name="csX1" fmla="*/ 1694328 w 1811631"/>
                <a:gd name="csY1" fmla="*/ 544194 h 544193"/>
                <a:gd name="csX2" fmla="*/ 1811632 w 1811631"/>
                <a:gd name="csY2" fmla="*/ 501243 h 544193"/>
                <a:gd name="csX3" fmla="*/ 1811632 w 1811631"/>
                <a:gd name="csY3" fmla="*/ 42951 h 544193"/>
                <a:gd name="csX4" fmla="*/ 1694328 w 1811631"/>
                <a:gd name="csY4" fmla="*/ 0 h 544193"/>
                <a:gd name="csX5" fmla="*/ 117304 w 1811631"/>
                <a:gd name="csY5" fmla="*/ 0 h 544193"/>
                <a:gd name="csX6" fmla="*/ 0 w 1811631"/>
                <a:gd name="csY6" fmla="*/ 42951 h 544193"/>
                <a:gd name="csX7" fmla="*/ 0 w 1811631"/>
                <a:gd name="csY7" fmla="*/ 501243 h 544193"/>
                <a:gd name="csX8" fmla="*/ 117304 w 1811631"/>
                <a:gd name="csY8" fmla="*/ 544194 h 54419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811631" h="544193">
                  <a:moveTo>
                    <a:pt x="117304" y="544194"/>
                  </a:moveTo>
                  <a:lnTo>
                    <a:pt x="1694328" y="544194"/>
                  </a:lnTo>
                  <a:cubicBezTo>
                    <a:pt x="1772525" y="544194"/>
                    <a:pt x="1811632" y="529877"/>
                    <a:pt x="1811632" y="501243"/>
                  </a:cubicBezTo>
                  <a:lnTo>
                    <a:pt x="1811632" y="42951"/>
                  </a:lnTo>
                  <a:cubicBezTo>
                    <a:pt x="1811632" y="14317"/>
                    <a:pt x="1772525" y="0"/>
                    <a:pt x="1694328" y="0"/>
                  </a:cubicBezTo>
                  <a:lnTo>
                    <a:pt x="117304" y="0"/>
                  </a:lnTo>
                  <a:cubicBezTo>
                    <a:pt x="39107" y="0"/>
                    <a:pt x="0" y="14317"/>
                    <a:pt x="0" y="42951"/>
                  </a:cubicBezTo>
                  <a:lnTo>
                    <a:pt x="0" y="501243"/>
                  </a:lnTo>
                  <a:cubicBezTo>
                    <a:pt x="0" y="529877"/>
                    <a:pt x="39107" y="544194"/>
                    <a:pt x="117304" y="544194"/>
                  </a:cubicBezTo>
                  <a:close/>
                </a:path>
              </a:pathLst>
            </a:custGeom>
            <a:solidFill>
              <a:srgbClr val="EFF4F7"/>
            </a:solidFill>
            <a:ln w="14585" cap="flat">
              <a:solidFill>
                <a:srgbClr val="C9D4DB"/>
              </a:solidFill>
              <a:prstDash val="solid"/>
              <a:miter/>
            </a:ln>
          </p:spPr>
        </p:sp>
        <p:sp>
          <p:nvSpPr>
            <p:cNvPr id="16" name="任意形状 15">
              <a:extLst>
                <a:ext uri="{FF2B5EF4-FFF2-40B4-BE49-F238E27FC236}">
                  <a16:creationId xmlns:a16="http://schemas.microsoft.com/office/drawing/2014/main" id="{49D6F11A-05A8-856C-2C51-C83A033A0AB3}"/>
                </a:ext>
              </a:extLst>
            </p:cNvPr>
            <p:cNvSpPr/>
            <p:nvPr/>
          </p:nvSpPr>
          <p:spPr>
            <a:xfrm>
              <a:off x="6434933" y="2078481"/>
              <a:ext cx="2206052" cy="544193"/>
            </a:xfrm>
            <a:custGeom>
              <a:avLst/>
              <a:gdLst>
                <a:gd name="csX0" fmla="*/ 117304 w 1811615"/>
                <a:gd name="csY0" fmla="*/ 544194 h 544193"/>
                <a:gd name="csX1" fmla="*/ 1694328 w 1811615"/>
                <a:gd name="csY1" fmla="*/ 544194 h 544193"/>
                <a:gd name="csX2" fmla="*/ 1811615 w 1811615"/>
                <a:gd name="csY2" fmla="*/ 501243 h 544193"/>
                <a:gd name="csX3" fmla="*/ 1811615 w 1811615"/>
                <a:gd name="csY3" fmla="*/ 42951 h 544193"/>
                <a:gd name="csX4" fmla="*/ 1694328 w 1811615"/>
                <a:gd name="csY4" fmla="*/ 0 h 544193"/>
                <a:gd name="csX5" fmla="*/ 117304 w 1811615"/>
                <a:gd name="csY5" fmla="*/ 0 h 544193"/>
                <a:gd name="csX6" fmla="*/ 0 w 1811615"/>
                <a:gd name="csY6" fmla="*/ 42951 h 544193"/>
                <a:gd name="csX7" fmla="*/ 0 w 1811615"/>
                <a:gd name="csY7" fmla="*/ 501243 h 544193"/>
                <a:gd name="csX8" fmla="*/ 117304 w 1811615"/>
                <a:gd name="csY8" fmla="*/ 544194 h 54419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811615" h="544193">
                  <a:moveTo>
                    <a:pt x="117304" y="544194"/>
                  </a:moveTo>
                  <a:lnTo>
                    <a:pt x="1694328" y="544194"/>
                  </a:lnTo>
                  <a:cubicBezTo>
                    <a:pt x="1772525" y="544194"/>
                    <a:pt x="1811615" y="529877"/>
                    <a:pt x="1811615" y="501243"/>
                  </a:cubicBezTo>
                  <a:lnTo>
                    <a:pt x="1811615" y="42951"/>
                  </a:lnTo>
                  <a:cubicBezTo>
                    <a:pt x="1811615" y="14317"/>
                    <a:pt x="1772525" y="0"/>
                    <a:pt x="1694328" y="0"/>
                  </a:cubicBezTo>
                  <a:lnTo>
                    <a:pt x="117304" y="0"/>
                  </a:lnTo>
                  <a:cubicBezTo>
                    <a:pt x="39107" y="0"/>
                    <a:pt x="0" y="14317"/>
                    <a:pt x="0" y="42951"/>
                  </a:cubicBezTo>
                  <a:lnTo>
                    <a:pt x="0" y="501243"/>
                  </a:lnTo>
                  <a:cubicBezTo>
                    <a:pt x="0" y="529877"/>
                    <a:pt x="39107" y="544194"/>
                    <a:pt x="117304" y="544194"/>
                  </a:cubicBezTo>
                  <a:close/>
                </a:path>
              </a:pathLst>
            </a:custGeom>
            <a:solidFill>
              <a:srgbClr val="EFF4F7"/>
            </a:solidFill>
            <a:ln w="14585" cap="flat">
              <a:solidFill>
                <a:srgbClr val="C9D4DB"/>
              </a:solidFill>
              <a:prstDash val="solid"/>
              <a:miter/>
            </a:ln>
          </p:spPr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3B3EE7D8-9220-69BB-6AC4-F472C0D17885}"/>
                </a:ext>
              </a:extLst>
            </p:cNvPr>
            <p:cNvSpPr txBox="1"/>
            <p:nvPr/>
          </p:nvSpPr>
          <p:spPr>
            <a:xfrm>
              <a:off x="-747167" y="596170"/>
              <a:ext cx="266420" cy="269176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zh-CN" altLang="en-US" sz="1149" b="1" dirty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a</a:t>
              </a:r>
            </a:p>
          </p:txBody>
        </p:sp>
        <p:grpSp>
          <p:nvGrpSpPr>
            <p:cNvPr id="18" name="图形 4">
              <a:extLst>
                <a:ext uri="{FF2B5EF4-FFF2-40B4-BE49-F238E27FC236}">
                  <a16:creationId xmlns:a16="http://schemas.microsoft.com/office/drawing/2014/main" id="{BA33B30D-9320-BA0F-A130-9DCB276EBB66}"/>
                </a:ext>
              </a:extLst>
            </p:cNvPr>
            <p:cNvGrpSpPr/>
            <p:nvPr/>
          </p:nvGrpSpPr>
          <p:grpSpPr>
            <a:xfrm>
              <a:off x="28080" y="1059116"/>
              <a:ext cx="691215" cy="427308"/>
              <a:chOff x="28080" y="1059116"/>
              <a:chExt cx="691215" cy="427308"/>
            </a:xfrm>
            <a:solidFill>
              <a:srgbClr val="24323D"/>
            </a:solidFill>
          </p:grpSpPr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D91CE315-C6E2-ABD9-9651-9835A6050039}"/>
                  </a:ext>
                </a:extLst>
              </p:cNvPr>
              <p:cNvSpPr txBox="1"/>
              <p:nvPr/>
            </p:nvSpPr>
            <p:spPr>
              <a:xfrm>
                <a:off x="28080" y="1059116"/>
                <a:ext cx="691215" cy="269176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zh-CN" altLang="en-US" sz="1149">
                    <a:ln/>
                    <a:solidFill>
                      <a:srgbClr val="24323D"/>
                    </a:solidFill>
                    <a:latin typeface="Arial"/>
                    <a:cs typeface="Arial"/>
                    <a:sym typeface="Arial"/>
                    <a:rtl val="0"/>
                  </a:rPr>
                  <a:t>6 public</a:t>
                </a:r>
              </a:p>
            </p:txBody>
          </p:sp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236B9219-6D99-54B4-E858-E4F306565EC1}"/>
                  </a:ext>
                </a:extLst>
              </p:cNvPr>
              <p:cNvSpPr txBox="1"/>
              <p:nvPr/>
            </p:nvSpPr>
            <p:spPr>
              <a:xfrm>
                <a:off x="40585" y="1217248"/>
                <a:ext cx="668773" cy="269176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zh-CN" altLang="en-US" sz="1149" dirty="0">
                    <a:ln/>
                    <a:solidFill>
                      <a:srgbClr val="24323D"/>
                    </a:solidFill>
                    <a:latin typeface="Arial"/>
                    <a:cs typeface="Arial"/>
                    <a:sym typeface="Arial"/>
                    <a:rtl val="0"/>
                  </a:rPr>
                  <a:t>cohorts</a:t>
                </a:r>
              </a:p>
            </p:txBody>
          </p:sp>
        </p:grpSp>
        <p:grpSp>
          <p:nvGrpSpPr>
            <p:cNvPr id="21" name="图形 4">
              <a:extLst>
                <a:ext uri="{FF2B5EF4-FFF2-40B4-BE49-F238E27FC236}">
                  <a16:creationId xmlns:a16="http://schemas.microsoft.com/office/drawing/2014/main" id="{CC40F400-013D-97BB-E92F-F701DD5CAC4F}"/>
                </a:ext>
              </a:extLst>
            </p:cNvPr>
            <p:cNvGrpSpPr/>
            <p:nvPr/>
          </p:nvGrpSpPr>
          <p:grpSpPr>
            <a:xfrm>
              <a:off x="1734606" y="1053298"/>
              <a:ext cx="1053494" cy="427304"/>
              <a:chOff x="1734606" y="1053298"/>
              <a:chExt cx="1053494" cy="427304"/>
            </a:xfrm>
            <a:solidFill>
              <a:srgbClr val="24323D"/>
            </a:solidFill>
          </p:grpSpPr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8261D93A-4127-9EC9-BF1E-54451DE753F5}"/>
                  </a:ext>
                </a:extLst>
              </p:cNvPr>
              <p:cNvSpPr txBox="1"/>
              <p:nvPr/>
            </p:nvSpPr>
            <p:spPr>
              <a:xfrm>
                <a:off x="1751118" y="1053298"/>
                <a:ext cx="1018227" cy="269176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zh-CN" altLang="en-US" sz="1149">
                    <a:ln/>
                    <a:solidFill>
                      <a:srgbClr val="24323D"/>
                    </a:solidFill>
                    <a:latin typeface="Arial"/>
                    <a:cs typeface="Arial"/>
                    <a:sym typeface="Arial"/>
                    <a:rtl val="0"/>
                  </a:rPr>
                  <a:t>302 baseline</a:t>
                </a:r>
              </a:p>
            </p:txBody>
          </p:sp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36627BA8-6EFC-358C-6F93-AAA8A8274816}"/>
                  </a:ext>
                </a:extLst>
              </p:cNvPr>
              <p:cNvSpPr txBox="1"/>
              <p:nvPr/>
            </p:nvSpPr>
            <p:spPr>
              <a:xfrm>
                <a:off x="1734606" y="1211426"/>
                <a:ext cx="1053494" cy="269176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zh-CN" altLang="en-US" sz="1149">
                    <a:ln/>
                    <a:solidFill>
                      <a:srgbClr val="24323D"/>
                    </a:solidFill>
                    <a:latin typeface="Arial"/>
                    <a:cs typeface="Arial"/>
                    <a:sym typeface="Arial"/>
                    <a:rtl val="0"/>
                  </a:rPr>
                  <a:t>case patients</a:t>
                </a:r>
              </a:p>
            </p:txBody>
          </p:sp>
        </p:grpSp>
        <p:grpSp>
          <p:nvGrpSpPr>
            <p:cNvPr id="24" name="图形 4">
              <a:extLst>
                <a:ext uri="{FF2B5EF4-FFF2-40B4-BE49-F238E27FC236}">
                  <a16:creationId xmlns:a16="http://schemas.microsoft.com/office/drawing/2014/main" id="{69B53DBC-FD35-2ADA-F65E-3C452ACA8DB5}"/>
                </a:ext>
              </a:extLst>
            </p:cNvPr>
            <p:cNvGrpSpPr/>
            <p:nvPr/>
          </p:nvGrpSpPr>
          <p:grpSpPr>
            <a:xfrm>
              <a:off x="3773757" y="1058893"/>
              <a:ext cx="1067921" cy="427304"/>
              <a:chOff x="3773757" y="1058893"/>
              <a:chExt cx="1067921" cy="427304"/>
            </a:xfrm>
            <a:solidFill>
              <a:srgbClr val="24323D"/>
            </a:solidFill>
          </p:grpSpPr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FD0D3FAB-CDD7-B4CE-87AF-5C5BD1B39D7F}"/>
                  </a:ext>
                </a:extLst>
              </p:cNvPr>
              <p:cNvSpPr txBox="1"/>
              <p:nvPr/>
            </p:nvSpPr>
            <p:spPr>
              <a:xfrm>
                <a:off x="3840503" y="1058893"/>
                <a:ext cx="936475" cy="269176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zh-CN" altLang="en-US" sz="1149" dirty="0">
                    <a:ln/>
                    <a:solidFill>
                      <a:srgbClr val="24323D"/>
                    </a:solidFill>
                    <a:latin typeface="Arial"/>
                    <a:cs typeface="Arial"/>
                    <a:sym typeface="Arial"/>
                    <a:rtl val="0"/>
                  </a:rPr>
                  <a:t>277 with ≥2</a:t>
                </a:r>
              </a:p>
            </p:txBody>
          </p:sp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300F8937-C2DE-9BEB-6B9A-DA6C8C97228F}"/>
                  </a:ext>
                </a:extLst>
              </p:cNvPr>
              <p:cNvSpPr txBox="1"/>
              <p:nvPr/>
            </p:nvSpPr>
            <p:spPr>
              <a:xfrm>
                <a:off x="3773757" y="1217021"/>
                <a:ext cx="1067921" cy="269176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zh-CN" altLang="en-US" sz="1149" dirty="0">
                    <a:ln/>
                    <a:solidFill>
                      <a:srgbClr val="24323D"/>
                    </a:solidFill>
                    <a:latin typeface="Arial"/>
                    <a:cs typeface="Arial"/>
                    <a:sym typeface="Arial"/>
                    <a:rtl val="0"/>
                  </a:rPr>
                  <a:t>time windows</a:t>
                </a:r>
              </a:p>
            </p:txBody>
          </p:sp>
        </p:grpSp>
        <p:grpSp>
          <p:nvGrpSpPr>
            <p:cNvPr id="27" name="图形 4">
              <a:extLst>
                <a:ext uri="{FF2B5EF4-FFF2-40B4-BE49-F238E27FC236}">
                  <a16:creationId xmlns:a16="http://schemas.microsoft.com/office/drawing/2014/main" id="{027AF082-B075-8F36-DA81-EDF2BC9EA704}"/>
                </a:ext>
              </a:extLst>
            </p:cNvPr>
            <p:cNvGrpSpPr/>
            <p:nvPr/>
          </p:nvGrpSpPr>
          <p:grpSpPr>
            <a:xfrm>
              <a:off x="5777221" y="1062209"/>
              <a:ext cx="1027845" cy="427847"/>
              <a:chOff x="5777221" y="1062209"/>
              <a:chExt cx="1027845" cy="427847"/>
            </a:xfrm>
            <a:solidFill>
              <a:srgbClr val="24323D"/>
            </a:solidFill>
          </p:grpSpPr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60D3CBE5-BD6E-974C-1349-8EC010EEEF6C}"/>
                  </a:ext>
                </a:extLst>
              </p:cNvPr>
              <p:cNvSpPr txBox="1"/>
              <p:nvPr/>
            </p:nvSpPr>
            <p:spPr>
              <a:xfrm>
                <a:off x="5777221" y="1062209"/>
                <a:ext cx="1027845" cy="269176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zh-CN" altLang="en-US" sz="1149">
                    <a:ln/>
                    <a:solidFill>
                      <a:srgbClr val="24323D"/>
                    </a:solidFill>
                    <a:latin typeface="Arial"/>
                    <a:cs typeface="Arial"/>
                    <a:sym typeface="Arial"/>
                    <a:rtl val="0"/>
                  </a:rPr>
                  <a:t>264 with T24</a:t>
                </a:r>
              </a:p>
            </p:txBody>
          </p:sp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9C9AA716-1313-08F3-0F4E-AD8380797168}"/>
                  </a:ext>
                </a:extLst>
              </p:cNvPr>
              <p:cNvSpPr txBox="1"/>
              <p:nvPr/>
            </p:nvSpPr>
            <p:spPr>
              <a:xfrm>
                <a:off x="5843643" y="1220880"/>
                <a:ext cx="898003" cy="269176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zh-CN" altLang="en-US" sz="1149">
                    <a:ln/>
                    <a:solidFill>
                      <a:srgbClr val="24323D"/>
                    </a:solidFill>
                    <a:latin typeface="Arial"/>
                    <a:cs typeface="Arial"/>
                    <a:sym typeface="Arial"/>
                    <a:rtl val="0"/>
                  </a:rPr>
                  <a:t>or T48 pair</a:t>
                </a:r>
              </a:p>
            </p:txBody>
          </p:sp>
        </p:grpSp>
        <p:grpSp>
          <p:nvGrpSpPr>
            <p:cNvPr id="30" name="图形 4">
              <a:extLst>
                <a:ext uri="{FF2B5EF4-FFF2-40B4-BE49-F238E27FC236}">
                  <a16:creationId xmlns:a16="http://schemas.microsoft.com/office/drawing/2014/main" id="{CADB510D-A3AF-BE68-F45B-FD6F4F7E190A}"/>
                </a:ext>
              </a:extLst>
            </p:cNvPr>
            <p:cNvGrpSpPr/>
            <p:nvPr/>
          </p:nvGrpSpPr>
          <p:grpSpPr>
            <a:xfrm>
              <a:off x="7794919" y="1051244"/>
              <a:ext cx="864339" cy="427302"/>
              <a:chOff x="7794919" y="1051244"/>
              <a:chExt cx="864339" cy="427302"/>
            </a:xfrm>
            <a:solidFill>
              <a:srgbClr val="24323D"/>
            </a:solidFill>
          </p:grpSpPr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0A09A1E5-9A92-59C8-C694-473506CCA958}"/>
                  </a:ext>
                </a:extLst>
              </p:cNvPr>
              <p:cNvSpPr txBox="1"/>
              <p:nvPr/>
            </p:nvSpPr>
            <p:spPr>
              <a:xfrm>
                <a:off x="7919312" y="1051244"/>
                <a:ext cx="619080" cy="269176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zh-CN" altLang="en-US" sz="1149">
                    <a:ln/>
                    <a:solidFill>
                      <a:srgbClr val="24323D"/>
                    </a:solidFill>
                    <a:latin typeface="Arial"/>
                    <a:cs typeface="Arial"/>
                    <a:sym typeface="Arial"/>
                    <a:rtl val="0"/>
                  </a:rPr>
                  <a:t>8 fixed</a:t>
                </a:r>
              </a:p>
            </p:txBody>
          </p:sp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BA3F8BD3-9C6B-0F9B-D018-1C63FD3850CC}"/>
                  </a:ext>
                </a:extLst>
              </p:cNvPr>
              <p:cNvSpPr txBox="1"/>
              <p:nvPr/>
            </p:nvSpPr>
            <p:spPr>
              <a:xfrm>
                <a:off x="7794919" y="1209370"/>
                <a:ext cx="864339" cy="269176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zh-CN" altLang="en-US" sz="1149">
                    <a:ln/>
                    <a:solidFill>
                      <a:srgbClr val="24323D"/>
                    </a:solidFill>
                    <a:latin typeface="Arial"/>
                    <a:cs typeface="Arial"/>
                    <a:sym typeface="Arial"/>
                    <a:rtl val="0"/>
                  </a:rPr>
                  <a:t>signatures</a:t>
                </a:r>
              </a:p>
            </p:txBody>
          </p:sp>
        </p:grpSp>
        <p:grpSp>
          <p:nvGrpSpPr>
            <p:cNvPr id="45" name="图形 4">
              <a:extLst>
                <a:ext uri="{FF2B5EF4-FFF2-40B4-BE49-F238E27FC236}">
                  <a16:creationId xmlns:a16="http://schemas.microsoft.com/office/drawing/2014/main" id="{20727A94-3CC2-6AD6-6D17-31A755C62ED3}"/>
                </a:ext>
              </a:extLst>
            </p:cNvPr>
            <p:cNvGrpSpPr/>
            <p:nvPr/>
          </p:nvGrpSpPr>
          <p:grpSpPr>
            <a:xfrm>
              <a:off x="394743" y="2146029"/>
              <a:ext cx="1922321" cy="415760"/>
              <a:chOff x="394743" y="2146029"/>
              <a:chExt cx="1922321" cy="415760"/>
            </a:xfrm>
            <a:solidFill>
              <a:srgbClr val="24323D"/>
            </a:solidFill>
          </p:grpSpPr>
          <p:sp>
            <p:nvSpPr>
              <p:cNvPr id="46" name="文本框 45">
                <a:extLst>
                  <a:ext uri="{FF2B5EF4-FFF2-40B4-BE49-F238E27FC236}">
                    <a16:creationId xmlns:a16="http://schemas.microsoft.com/office/drawing/2014/main" id="{CE537A38-5F0F-5736-2DB7-600C3A069018}"/>
                  </a:ext>
                </a:extLst>
              </p:cNvPr>
              <p:cNvSpPr txBox="1"/>
              <p:nvPr/>
            </p:nvSpPr>
            <p:spPr>
              <a:xfrm>
                <a:off x="394743" y="2146029"/>
                <a:ext cx="1922321" cy="269176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zh-CN" altLang="en-US" sz="1149" dirty="0">
                    <a:ln/>
                    <a:solidFill>
                      <a:srgbClr val="24323D"/>
                    </a:solidFill>
                    <a:latin typeface="Arial"/>
                    <a:cs typeface="Arial"/>
                    <a:sym typeface="Arial"/>
                    <a:rtl val="0"/>
                  </a:rPr>
                  <a:t>Fixed-score reconstruction</a:t>
                </a:r>
              </a:p>
            </p:txBody>
          </p:sp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8F308361-4AC0-A1A8-E42F-52B757A397C1}"/>
                  </a:ext>
                </a:extLst>
              </p:cNvPr>
              <p:cNvSpPr txBox="1"/>
              <p:nvPr/>
            </p:nvSpPr>
            <p:spPr>
              <a:xfrm>
                <a:off x="444442" y="2292613"/>
                <a:ext cx="1816523" cy="269176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zh-CN" altLang="en-US" sz="1149" dirty="0">
                    <a:ln/>
                    <a:solidFill>
                      <a:srgbClr val="24323D"/>
                    </a:solidFill>
                    <a:latin typeface="Arial"/>
                    <a:cs typeface="Arial"/>
                    <a:sym typeface="Arial"/>
                    <a:rtl val="0"/>
                  </a:rPr>
                  <a:t>48 cohort-signature pairs</a:t>
                </a:r>
              </a:p>
            </p:txBody>
          </p:sp>
        </p:grpSp>
        <p:grpSp>
          <p:nvGrpSpPr>
            <p:cNvPr id="51" name="图形 4">
              <a:extLst>
                <a:ext uri="{FF2B5EF4-FFF2-40B4-BE49-F238E27FC236}">
                  <a16:creationId xmlns:a16="http://schemas.microsoft.com/office/drawing/2014/main" id="{9B283F2F-3CD5-F149-0E2E-C278F211F1AB}"/>
                </a:ext>
              </a:extLst>
            </p:cNvPr>
            <p:cNvGrpSpPr/>
            <p:nvPr/>
          </p:nvGrpSpPr>
          <p:grpSpPr>
            <a:xfrm>
              <a:off x="6504614" y="2134634"/>
              <a:ext cx="2149948" cy="416897"/>
              <a:chOff x="6504614" y="2134634"/>
              <a:chExt cx="2149948" cy="416897"/>
            </a:xfrm>
            <a:solidFill>
              <a:srgbClr val="24323D"/>
            </a:solidFill>
          </p:grpSpPr>
          <p:sp>
            <p:nvSpPr>
              <p:cNvPr id="52" name="文本框 51">
                <a:extLst>
                  <a:ext uri="{FF2B5EF4-FFF2-40B4-BE49-F238E27FC236}">
                    <a16:creationId xmlns:a16="http://schemas.microsoft.com/office/drawing/2014/main" id="{84C6C354-EB86-4D3C-DDFD-9D581344AC88}"/>
                  </a:ext>
                </a:extLst>
              </p:cNvPr>
              <p:cNvSpPr txBox="1"/>
              <p:nvPr/>
            </p:nvSpPr>
            <p:spPr>
              <a:xfrm>
                <a:off x="6623589" y="2134634"/>
                <a:ext cx="1898277" cy="269176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zh-CN" altLang="en-US" sz="1149" dirty="0">
                    <a:ln/>
                    <a:solidFill>
                      <a:srgbClr val="24323D"/>
                    </a:solidFill>
                    <a:latin typeface="Arial"/>
                    <a:cs typeface="Arial"/>
                    <a:sym typeface="Arial"/>
                    <a:rtl val="0"/>
                  </a:rPr>
                  <a:t>Meta-analysis, exact gene</a:t>
                </a:r>
              </a:p>
            </p:txBody>
          </p:sp>
          <p:sp>
            <p:nvSpPr>
              <p:cNvPr id="53" name="文本框 52">
                <a:extLst>
                  <a:ext uri="{FF2B5EF4-FFF2-40B4-BE49-F238E27FC236}">
                    <a16:creationId xmlns:a16="http://schemas.microsoft.com/office/drawing/2014/main" id="{BF869E52-36D5-A0D2-E8E1-C1420C8C24E5}"/>
                  </a:ext>
                </a:extLst>
              </p:cNvPr>
              <p:cNvSpPr txBox="1"/>
              <p:nvPr/>
            </p:nvSpPr>
            <p:spPr>
              <a:xfrm>
                <a:off x="6504614" y="2282355"/>
                <a:ext cx="2149948" cy="269176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zh-CN" altLang="en-US" sz="1149" dirty="0">
                    <a:ln/>
                    <a:solidFill>
                      <a:srgbClr val="24323D"/>
                    </a:solidFill>
                    <a:latin typeface="Arial"/>
                    <a:cs typeface="Arial"/>
                    <a:sym typeface="Arial"/>
                    <a:rtl val="0"/>
                  </a:rPr>
                  <a:t>decomposition and annotation</a:t>
                </a:r>
              </a:p>
            </p:txBody>
          </p:sp>
        </p:grpSp>
        <p:sp>
          <p:nvSpPr>
            <p:cNvPr id="60" name="文本框 59">
              <a:extLst>
                <a:ext uri="{FF2B5EF4-FFF2-40B4-BE49-F238E27FC236}">
                  <a16:creationId xmlns:a16="http://schemas.microsoft.com/office/drawing/2014/main" id="{DA342A39-4938-2B53-35E4-D86B777C8576}"/>
                </a:ext>
              </a:extLst>
            </p:cNvPr>
            <p:cNvSpPr txBox="1"/>
            <p:nvPr/>
          </p:nvSpPr>
          <p:spPr>
            <a:xfrm>
              <a:off x="-284435" y="596170"/>
              <a:ext cx="2302233" cy="276999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zh-CN" altLang="en-US" sz="1200" b="1" dirty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Longitudinal analysis design</a:t>
              </a:r>
            </a:p>
          </p:txBody>
        </p:sp>
        <p:sp>
          <p:nvSpPr>
            <p:cNvPr id="61" name="文本框 60">
              <a:extLst>
                <a:ext uri="{FF2B5EF4-FFF2-40B4-BE49-F238E27FC236}">
                  <a16:creationId xmlns:a16="http://schemas.microsoft.com/office/drawing/2014/main" id="{CBB40DC6-E480-3468-017C-A8A81C4106C4}"/>
                </a:ext>
              </a:extLst>
            </p:cNvPr>
            <p:cNvSpPr txBox="1"/>
            <p:nvPr/>
          </p:nvSpPr>
          <p:spPr>
            <a:xfrm>
              <a:off x="2204159" y="2994963"/>
              <a:ext cx="5444119" cy="269176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zh-CN" altLang="en-US" sz="1149">
                  <a:ln/>
                  <a:solidFill>
                    <a:srgbClr val="5F6B76"/>
                  </a:solidFill>
                  <a:latin typeface="Arial"/>
                  <a:cs typeface="Arial"/>
                  <a:sym typeface="Arial"/>
                  <a:rtl val="0"/>
                </a:rPr>
                <a:t>T24 = 12–36 h; T48 = 36–60 h relative to each study's locked baseline definition.</a:t>
              </a:r>
            </a:p>
          </p:txBody>
        </p:sp>
      </p:grpSp>
      <p:sp>
        <p:nvSpPr>
          <p:cNvPr id="133" name="文本框 132">
            <a:extLst>
              <a:ext uri="{FF2B5EF4-FFF2-40B4-BE49-F238E27FC236}">
                <a16:creationId xmlns:a16="http://schemas.microsoft.com/office/drawing/2014/main" id="{CB031757-41ED-9B11-00E5-704E7705B2DE}"/>
              </a:ext>
            </a:extLst>
          </p:cNvPr>
          <p:cNvSpPr txBox="1"/>
          <p:nvPr/>
        </p:nvSpPr>
        <p:spPr>
          <a:xfrm>
            <a:off x="387765" y="155146"/>
            <a:ext cx="3361818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zh-CN" altLang="en-US" sz="1600" b="1" dirty="0">
                <a:ln/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/>
                <a:sym typeface="Arial"/>
                <a:rtl val="0"/>
              </a:rPr>
              <a:t>Study design and analysis flow</a:t>
            </a:r>
          </a:p>
        </p:txBody>
      </p:sp>
      <p:cxnSp>
        <p:nvCxnSpPr>
          <p:cNvPr id="135" name="直线箭头连接符 134">
            <a:extLst>
              <a:ext uri="{FF2B5EF4-FFF2-40B4-BE49-F238E27FC236}">
                <a16:creationId xmlns:a16="http://schemas.microsoft.com/office/drawing/2014/main" id="{03FA366D-1AB4-2947-F826-CDF9B72B1DA5}"/>
              </a:ext>
            </a:extLst>
          </p:cNvPr>
          <p:cNvCxnSpPr/>
          <p:nvPr/>
        </p:nvCxnSpPr>
        <p:spPr>
          <a:xfrm>
            <a:off x="2173045" y="1242508"/>
            <a:ext cx="50560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直线箭头连接符 135">
            <a:extLst>
              <a:ext uri="{FF2B5EF4-FFF2-40B4-BE49-F238E27FC236}">
                <a16:creationId xmlns:a16="http://schemas.microsoft.com/office/drawing/2014/main" id="{3B1F94BA-72FD-7F65-8174-2343BAD25B48}"/>
              </a:ext>
            </a:extLst>
          </p:cNvPr>
          <p:cNvCxnSpPr>
            <a:cxnSpLocks/>
          </p:cNvCxnSpPr>
          <p:nvPr/>
        </p:nvCxnSpPr>
        <p:spPr>
          <a:xfrm>
            <a:off x="4105678" y="1242508"/>
            <a:ext cx="66262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直线箭头连接符 136">
            <a:extLst>
              <a:ext uri="{FF2B5EF4-FFF2-40B4-BE49-F238E27FC236}">
                <a16:creationId xmlns:a16="http://schemas.microsoft.com/office/drawing/2014/main" id="{56D93D2C-8AC9-9E1A-0BD6-7D2F75E64DA6}"/>
              </a:ext>
            </a:extLst>
          </p:cNvPr>
          <p:cNvCxnSpPr>
            <a:cxnSpLocks/>
          </p:cNvCxnSpPr>
          <p:nvPr/>
        </p:nvCxnSpPr>
        <p:spPr>
          <a:xfrm>
            <a:off x="6149788" y="1242508"/>
            <a:ext cx="55407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直线箭头连接符 137">
            <a:extLst>
              <a:ext uri="{FF2B5EF4-FFF2-40B4-BE49-F238E27FC236}">
                <a16:creationId xmlns:a16="http://schemas.microsoft.com/office/drawing/2014/main" id="{6A92F7E6-A77C-3829-826C-CA8AD9E4E30D}"/>
              </a:ext>
            </a:extLst>
          </p:cNvPr>
          <p:cNvCxnSpPr/>
          <p:nvPr/>
        </p:nvCxnSpPr>
        <p:spPr>
          <a:xfrm>
            <a:off x="8215081" y="1242508"/>
            <a:ext cx="50560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直线箭头连接符 141">
            <a:extLst>
              <a:ext uri="{FF2B5EF4-FFF2-40B4-BE49-F238E27FC236}">
                <a16:creationId xmlns:a16="http://schemas.microsoft.com/office/drawing/2014/main" id="{2BF0B567-2907-5A06-4205-9E32CA88C804}"/>
              </a:ext>
            </a:extLst>
          </p:cNvPr>
          <p:cNvCxnSpPr>
            <a:cxnSpLocks/>
          </p:cNvCxnSpPr>
          <p:nvPr/>
        </p:nvCxnSpPr>
        <p:spPr>
          <a:xfrm>
            <a:off x="3526304" y="2365142"/>
            <a:ext cx="79155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直线箭头连接符 143">
            <a:extLst>
              <a:ext uri="{FF2B5EF4-FFF2-40B4-BE49-F238E27FC236}">
                <a16:creationId xmlns:a16="http://schemas.microsoft.com/office/drawing/2014/main" id="{7CEBEC33-77D3-9181-5977-39F60C897874}"/>
              </a:ext>
            </a:extLst>
          </p:cNvPr>
          <p:cNvCxnSpPr>
            <a:cxnSpLocks/>
          </p:cNvCxnSpPr>
          <p:nvPr/>
        </p:nvCxnSpPr>
        <p:spPr>
          <a:xfrm>
            <a:off x="6703858" y="2349877"/>
            <a:ext cx="79155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039CE1CA-C8D2-0698-EBC0-CC5927DA5E45}"/>
              </a:ext>
            </a:extLst>
          </p:cNvPr>
          <p:cNvSpPr txBox="1"/>
          <p:nvPr/>
        </p:nvSpPr>
        <p:spPr>
          <a:xfrm>
            <a:off x="4690550" y="2063348"/>
            <a:ext cx="158408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000" dirty="0">
                <a:ln/>
                <a:solidFill>
                  <a:srgbClr val="24323D"/>
                </a:solidFill>
                <a:latin typeface="Arial"/>
                <a:cs typeface="Arial"/>
                <a:sym typeface="Arial"/>
                <a:rtl val="0"/>
              </a:rPr>
              <a:t>Eligible landmark pairs</a:t>
            </a:r>
            <a:br>
              <a:rPr lang="en-US" altLang="zh-CN" sz="1000" dirty="0">
                <a:ln/>
                <a:solidFill>
                  <a:srgbClr val="24323D"/>
                </a:solidFill>
                <a:latin typeface="Arial"/>
                <a:cs typeface="Arial"/>
                <a:sym typeface="Arial"/>
                <a:rtl val="0"/>
              </a:rPr>
            </a:br>
            <a:r>
              <a:rPr lang="zh-CN" altLang="en-US" sz="1000" dirty="0">
                <a:ln/>
                <a:solidFill>
                  <a:srgbClr val="24323D"/>
                </a:solidFill>
                <a:latin typeface="Arial"/>
                <a:cs typeface="Arial"/>
                <a:sym typeface="Arial"/>
                <a:rtl val="0"/>
              </a:rPr>
              <a:t>T24: n=172 | T48: n=146</a:t>
            </a:r>
          </a:p>
          <a:p>
            <a:pPr algn="ctr"/>
            <a:r>
              <a:rPr lang="zh-CN" altLang="en-US" sz="1000" dirty="0">
                <a:ln/>
                <a:solidFill>
                  <a:srgbClr val="24323D"/>
                </a:solidFill>
                <a:latin typeface="Arial"/>
                <a:cs typeface="Arial"/>
                <a:sym typeface="Arial"/>
                <a:rtl val="0"/>
              </a:rPr>
              <a:t>Primary k: 3–4 | 4–5</a:t>
            </a:r>
          </a:p>
        </p:txBody>
      </p:sp>
      <p:grpSp>
        <p:nvGrpSpPr>
          <p:cNvPr id="5" name="图形 4">
            <a:extLst>
              <a:ext uri="{FF2B5EF4-FFF2-40B4-BE49-F238E27FC236}">
                <a16:creationId xmlns:a16="http://schemas.microsoft.com/office/drawing/2014/main" id="{712CC731-9883-A134-04EA-8E5D9A9BF060}"/>
              </a:ext>
            </a:extLst>
          </p:cNvPr>
          <p:cNvGrpSpPr/>
          <p:nvPr/>
        </p:nvGrpSpPr>
        <p:grpSpPr>
          <a:xfrm>
            <a:off x="387765" y="3446129"/>
            <a:ext cx="9649736" cy="3210634"/>
            <a:chOff x="-993622" y="3661710"/>
            <a:chExt cx="9164923" cy="2894745"/>
          </a:xfrm>
        </p:grpSpPr>
        <p:sp>
          <p:nvSpPr>
            <p:cNvPr id="6" name="任意形状 5">
              <a:extLst>
                <a:ext uri="{FF2B5EF4-FFF2-40B4-BE49-F238E27FC236}">
                  <a16:creationId xmlns:a16="http://schemas.microsoft.com/office/drawing/2014/main" id="{B3571690-D806-7C6F-9DFF-271CCA0FD49F}"/>
                </a:ext>
              </a:extLst>
            </p:cNvPr>
            <p:cNvSpPr/>
            <p:nvPr/>
          </p:nvSpPr>
          <p:spPr>
            <a:xfrm>
              <a:off x="1832380" y="3938758"/>
              <a:ext cx="6338921" cy="2207041"/>
            </a:xfrm>
            <a:custGeom>
              <a:avLst/>
              <a:gdLst>
                <a:gd name="csX0" fmla="*/ 0 w 6338921"/>
                <a:gd name="csY0" fmla="*/ 2207042 h 2207041"/>
                <a:gd name="csX1" fmla="*/ 6338922 w 6338921"/>
                <a:gd name="csY1" fmla="*/ 2207042 h 2207041"/>
                <a:gd name="csX2" fmla="*/ 6338922 w 6338921"/>
                <a:gd name="csY2" fmla="*/ 0 h 2207041"/>
                <a:gd name="csX3" fmla="*/ 0 w 6338921"/>
                <a:gd name="csY3" fmla="*/ 0 h 22070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6338921" h="2207041">
                  <a:moveTo>
                    <a:pt x="0" y="2207042"/>
                  </a:moveTo>
                  <a:lnTo>
                    <a:pt x="6338922" y="2207042"/>
                  </a:lnTo>
                  <a:lnTo>
                    <a:pt x="633892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5766" cap="flat">
              <a:noFill/>
              <a:prstDash val="solid"/>
              <a:round/>
            </a:ln>
          </p:spPr>
        </p:sp>
        <p:sp>
          <p:nvSpPr>
            <p:cNvPr id="7" name="任意形状 6">
              <a:extLst>
                <a:ext uri="{FF2B5EF4-FFF2-40B4-BE49-F238E27FC236}">
                  <a16:creationId xmlns:a16="http://schemas.microsoft.com/office/drawing/2014/main" id="{4908AD2B-5D7B-503C-2F20-45AB721A8B11}"/>
                </a:ext>
              </a:extLst>
            </p:cNvPr>
            <p:cNvSpPr/>
            <p:nvPr/>
          </p:nvSpPr>
          <p:spPr>
            <a:xfrm>
              <a:off x="1832380" y="4039074"/>
              <a:ext cx="5723505" cy="110082"/>
            </a:xfrm>
            <a:custGeom>
              <a:avLst/>
              <a:gdLst>
                <a:gd name="csX0" fmla="*/ 0 w 5723505"/>
                <a:gd name="csY0" fmla="*/ 110082 h 110082"/>
                <a:gd name="csX1" fmla="*/ 5723506 w 5723505"/>
                <a:gd name="csY1" fmla="*/ 110082 h 110082"/>
                <a:gd name="csX2" fmla="*/ 5723506 w 5723505"/>
                <a:gd name="csY2" fmla="*/ 0 h 110082"/>
                <a:gd name="csX3" fmla="*/ 0 w 5723505"/>
                <a:gd name="csY3" fmla="*/ 0 h 11008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723505" h="110082">
                  <a:moveTo>
                    <a:pt x="0" y="110082"/>
                  </a:moveTo>
                  <a:lnTo>
                    <a:pt x="5723506" y="110082"/>
                  </a:lnTo>
                  <a:lnTo>
                    <a:pt x="572350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F6B8A"/>
            </a:solidFill>
            <a:ln w="15766" cap="flat">
              <a:noFill/>
              <a:prstDash val="solid"/>
              <a:round/>
            </a:ln>
          </p:spPr>
        </p:sp>
        <p:sp>
          <p:nvSpPr>
            <p:cNvPr id="33" name="任意形状 32">
              <a:extLst>
                <a:ext uri="{FF2B5EF4-FFF2-40B4-BE49-F238E27FC236}">
                  <a16:creationId xmlns:a16="http://schemas.microsoft.com/office/drawing/2014/main" id="{04EEC6DC-8EC3-3E33-789F-3353DD98A396}"/>
                </a:ext>
              </a:extLst>
            </p:cNvPr>
            <p:cNvSpPr/>
            <p:nvPr/>
          </p:nvSpPr>
          <p:spPr>
            <a:xfrm>
              <a:off x="1832380" y="4394187"/>
              <a:ext cx="1723212" cy="110082"/>
            </a:xfrm>
            <a:custGeom>
              <a:avLst/>
              <a:gdLst>
                <a:gd name="csX0" fmla="*/ 0 w 1723212"/>
                <a:gd name="csY0" fmla="*/ 110083 h 110082"/>
                <a:gd name="csX1" fmla="*/ 1723213 w 1723212"/>
                <a:gd name="csY1" fmla="*/ 110083 h 110082"/>
                <a:gd name="csX2" fmla="*/ 1723213 w 1723212"/>
                <a:gd name="csY2" fmla="*/ 0 h 110082"/>
                <a:gd name="csX3" fmla="*/ 0 w 1723212"/>
                <a:gd name="csY3" fmla="*/ 0 h 11008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723212" h="110082">
                  <a:moveTo>
                    <a:pt x="0" y="110083"/>
                  </a:moveTo>
                  <a:lnTo>
                    <a:pt x="1723213" y="110083"/>
                  </a:lnTo>
                  <a:lnTo>
                    <a:pt x="172321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F6B8A"/>
            </a:solidFill>
            <a:ln w="15766" cap="flat">
              <a:noFill/>
              <a:prstDash val="solid"/>
              <a:round/>
            </a:ln>
          </p:spPr>
        </p:sp>
        <p:sp>
          <p:nvSpPr>
            <p:cNvPr id="34" name="任意形状 33">
              <a:extLst>
                <a:ext uri="{FF2B5EF4-FFF2-40B4-BE49-F238E27FC236}">
                  <a16:creationId xmlns:a16="http://schemas.microsoft.com/office/drawing/2014/main" id="{148D53BA-16E4-9A5D-0A1E-A068E8758141}"/>
                </a:ext>
              </a:extLst>
            </p:cNvPr>
            <p:cNvSpPr/>
            <p:nvPr/>
          </p:nvSpPr>
          <p:spPr>
            <a:xfrm>
              <a:off x="1832380" y="4749300"/>
              <a:ext cx="1230864" cy="110098"/>
            </a:xfrm>
            <a:custGeom>
              <a:avLst/>
              <a:gdLst>
                <a:gd name="csX0" fmla="*/ 0 w 1230864"/>
                <a:gd name="csY0" fmla="*/ 110098 h 110098"/>
                <a:gd name="csX1" fmla="*/ 1230864 w 1230864"/>
                <a:gd name="csY1" fmla="*/ 110098 h 110098"/>
                <a:gd name="csX2" fmla="*/ 1230864 w 1230864"/>
                <a:gd name="csY2" fmla="*/ 0 h 110098"/>
                <a:gd name="csX3" fmla="*/ 0 w 1230864"/>
                <a:gd name="csY3" fmla="*/ 0 h 11009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230864" h="110098">
                  <a:moveTo>
                    <a:pt x="0" y="110098"/>
                  </a:moveTo>
                  <a:lnTo>
                    <a:pt x="1230864" y="110098"/>
                  </a:lnTo>
                  <a:lnTo>
                    <a:pt x="123086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F6B8A"/>
            </a:solidFill>
            <a:ln w="15766" cap="flat">
              <a:noFill/>
              <a:prstDash val="solid"/>
              <a:round/>
            </a:ln>
          </p:spPr>
        </p:sp>
        <p:sp>
          <p:nvSpPr>
            <p:cNvPr id="35" name="任意形状 34">
              <a:extLst>
                <a:ext uri="{FF2B5EF4-FFF2-40B4-BE49-F238E27FC236}">
                  <a16:creationId xmlns:a16="http://schemas.microsoft.com/office/drawing/2014/main" id="{19B62A93-8F05-6744-BB06-5A5A134E8E3E}"/>
                </a:ext>
              </a:extLst>
            </p:cNvPr>
            <p:cNvSpPr/>
            <p:nvPr/>
          </p:nvSpPr>
          <p:spPr>
            <a:xfrm>
              <a:off x="1832380" y="5104428"/>
              <a:ext cx="1907829" cy="110082"/>
            </a:xfrm>
            <a:custGeom>
              <a:avLst/>
              <a:gdLst>
                <a:gd name="csX0" fmla="*/ 0 w 1907829"/>
                <a:gd name="csY0" fmla="*/ 110082 h 110082"/>
                <a:gd name="csX1" fmla="*/ 1907830 w 1907829"/>
                <a:gd name="csY1" fmla="*/ 110082 h 110082"/>
                <a:gd name="csX2" fmla="*/ 1907830 w 1907829"/>
                <a:gd name="csY2" fmla="*/ 0 h 110082"/>
                <a:gd name="csX3" fmla="*/ 0 w 1907829"/>
                <a:gd name="csY3" fmla="*/ 0 h 11008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907829" h="110082">
                  <a:moveTo>
                    <a:pt x="0" y="110082"/>
                  </a:moveTo>
                  <a:lnTo>
                    <a:pt x="1907830" y="110082"/>
                  </a:lnTo>
                  <a:lnTo>
                    <a:pt x="190783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F6B8A"/>
            </a:solidFill>
            <a:ln w="15766" cap="flat">
              <a:noFill/>
              <a:prstDash val="solid"/>
              <a:round/>
            </a:ln>
          </p:spPr>
        </p:sp>
        <p:sp>
          <p:nvSpPr>
            <p:cNvPr id="36" name="任意形状 35">
              <a:extLst>
                <a:ext uri="{FF2B5EF4-FFF2-40B4-BE49-F238E27FC236}">
                  <a16:creationId xmlns:a16="http://schemas.microsoft.com/office/drawing/2014/main" id="{4B08180D-429C-7F14-D1EF-79EB6B4DBC46}"/>
                </a:ext>
              </a:extLst>
            </p:cNvPr>
            <p:cNvSpPr/>
            <p:nvPr/>
          </p:nvSpPr>
          <p:spPr>
            <a:xfrm>
              <a:off x="1832380" y="5459541"/>
              <a:ext cx="15777" cy="110082"/>
            </a:xfrm>
            <a:custGeom>
              <a:avLst/>
              <a:gdLst>
                <a:gd name="csX0" fmla="*/ 0 w 15777"/>
                <a:gd name="csY0" fmla="*/ 110083 h 110082"/>
                <a:gd name="csX1" fmla="*/ 0 w 15777"/>
                <a:gd name="csY1" fmla="*/ 110083 h 110082"/>
                <a:gd name="csX2" fmla="*/ 0 w 15777"/>
                <a:gd name="csY2" fmla="*/ 0 h 110082"/>
                <a:gd name="csX3" fmla="*/ 0 w 15777"/>
                <a:gd name="csY3" fmla="*/ 0 h 11008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5777" h="110082">
                  <a:moveTo>
                    <a:pt x="0" y="110083"/>
                  </a:moveTo>
                  <a:lnTo>
                    <a:pt x="0" y="11008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F6B8A"/>
            </a:solidFill>
            <a:ln w="15766" cap="flat">
              <a:noFill/>
              <a:prstDash val="solid"/>
              <a:round/>
            </a:ln>
          </p:spPr>
        </p:sp>
        <p:sp>
          <p:nvSpPr>
            <p:cNvPr id="37" name="任意形状 36">
              <a:extLst>
                <a:ext uri="{FF2B5EF4-FFF2-40B4-BE49-F238E27FC236}">
                  <a16:creationId xmlns:a16="http://schemas.microsoft.com/office/drawing/2014/main" id="{53AED09D-45D8-90F9-72B2-27F8DCE00011}"/>
                </a:ext>
              </a:extLst>
            </p:cNvPr>
            <p:cNvSpPr/>
            <p:nvPr/>
          </p:nvSpPr>
          <p:spPr>
            <a:xfrm>
              <a:off x="1832380" y="5814654"/>
              <a:ext cx="15777" cy="110082"/>
            </a:xfrm>
            <a:custGeom>
              <a:avLst/>
              <a:gdLst>
                <a:gd name="csX0" fmla="*/ 0 w 15777"/>
                <a:gd name="csY0" fmla="*/ 110082 h 110082"/>
                <a:gd name="csX1" fmla="*/ 0 w 15777"/>
                <a:gd name="csY1" fmla="*/ 110082 h 110082"/>
                <a:gd name="csX2" fmla="*/ 0 w 15777"/>
                <a:gd name="csY2" fmla="*/ 0 h 110082"/>
                <a:gd name="csX3" fmla="*/ 0 w 15777"/>
                <a:gd name="csY3" fmla="*/ 0 h 11008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5777" h="110082">
                  <a:moveTo>
                    <a:pt x="0" y="110082"/>
                  </a:moveTo>
                  <a:lnTo>
                    <a:pt x="0" y="11008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F6B8A"/>
            </a:solidFill>
            <a:ln w="15766" cap="flat">
              <a:noFill/>
              <a:prstDash val="solid"/>
              <a:round/>
            </a:ln>
          </p:spPr>
        </p:sp>
        <p:sp>
          <p:nvSpPr>
            <p:cNvPr id="38" name="任意形状 37">
              <a:extLst>
                <a:ext uri="{FF2B5EF4-FFF2-40B4-BE49-F238E27FC236}">
                  <a16:creationId xmlns:a16="http://schemas.microsoft.com/office/drawing/2014/main" id="{A870ADA8-25C6-8259-C62B-ACDC78BB7794}"/>
                </a:ext>
              </a:extLst>
            </p:cNvPr>
            <p:cNvSpPr/>
            <p:nvPr/>
          </p:nvSpPr>
          <p:spPr>
            <a:xfrm>
              <a:off x="1832380" y="4159807"/>
              <a:ext cx="15777" cy="110098"/>
            </a:xfrm>
            <a:custGeom>
              <a:avLst/>
              <a:gdLst>
                <a:gd name="csX0" fmla="*/ 0 w 15777"/>
                <a:gd name="csY0" fmla="*/ 110098 h 110098"/>
                <a:gd name="csX1" fmla="*/ 0 w 15777"/>
                <a:gd name="csY1" fmla="*/ 110098 h 110098"/>
                <a:gd name="csX2" fmla="*/ 0 w 15777"/>
                <a:gd name="csY2" fmla="*/ 0 h 110098"/>
                <a:gd name="csX3" fmla="*/ 0 w 15777"/>
                <a:gd name="csY3" fmla="*/ 0 h 11009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5777" h="110098">
                  <a:moveTo>
                    <a:pt x="0" y="110098"/>
                  </a:moveTo>
                  <a:lnTo>
                    <a:pt x="0" y="11009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24745"/>
            </a:solidFill>
            <a:ln w="15766" cap="flat">
              <a:noFill/>
              <a:prstDash val="solid"/>
              <a:round/>
            </a:ln>
          </p:spPr>
        </p:sp>
        <p:sp>
          <p:nvSpPr>
            <p:cNvPr id="39" name="任意形状 38">
              <a:extLst>
                <a:ext uri="{FF2B5EF4-FFF2-40B4-BE49-F238E27FC236}">
                  <a16:creationId xmlns:a16="http://schemas.microsoft.com/office/drawing/2014/main" id="{8872BB1F-A3C9-E426-AD2A-8DFB7178B800}"/>
                </a:ext>
              </a:extLst>
            </p:cNvPr>
            <p:cNvSpPr/>
            <p:nvPr/>
          </p:nvSpPr>
          <p:spPr>
            <a:xfrm>
              <a:off x="1832380" y="4514935"/>
              <a:ext cx="1600129" cy="110082"/>
            </a:xfrm>
            <a:custGeom>
              <a:avLst/>
              <a:gdLst>
                <a:gd name="csX0" fmla="*/ 0 w 1600129"/>
                <a:gd name="csY0" fmla="*/ 110082 h 110082"/>
                <a:gd name="csX1" fmla="*/ 1600130 w 1600129"/>
                <a:gd name="csY1" fmla="*/ 110082 h 110082"/>
                <a:gd name="csX2" fmla="*/ 1600130 w 1600129"/>
                <a:gd name="csY2" fmla="*/ 0 h 110082"/>
                <a:gd name="csX3" fmla="*/ 0 w 1600129"/>
                <a:gd name="csY3" fmla="*/ 0 h 11008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600129" h="110082">
                  <a:moveTo>
                    <a:pt x="0" y="110082"/>
                  </a:moveTo>
                  <a:lnTo>
                    <a:pt x="1600130" y="110082"/>
                  </a:lnTo>
                  <a:lnTo>
                    <a:pt x="160013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24745"/>
            </a:solidFill>
            <a:ln w="15766" cap="flat">
              <a:noFill/>
              <a:prstDash val="solid"/>
              <a:round/>
            </a:ln>
          </p:spPr>
        </p:sp>
        <p:sp>
          <p:nvSpPr>
            <p:cNvPr id="40" name="任意形状 39">
              <a:extLst>
                <a:ext uri="{FF2B5EF4-FFF2-40B4-BE49-F238E27FC236}">
                  <a16:creationId xmlns:a16="http://schemas.microsoft.com/office/drawing/2014/main" id="{FFA3ADBD-7131-1091-82F6-56ED9FD9F831}"/>
                </a:ext>
              </a:extLst>
            </p:cNvPr>
            <p:cNvSpPr/>
            <p:nvPr/>
          </p:nvSpPr>
          <p:spPr>
            <a:xfrm>
              <a:off x="1832380" y="4870048"/>
              <a:ext cx="1907829" cy="110082"/>
            </a:xfrm>
            <a:custGeom>
              <a:avLst/>
              <a:gdLst>
                <a:gd name="csX0" fmla="*/ 0 w 1907829"/>
                <a:gd name="csY0" fmla="*/ 110083 h 110082"/>
                <a:gd name="csX1" fmla="*/ 1907830 w 1907829"/>
                <a:gd name="csY1" fmla="*/ 110083 h 110082"/>
                <a:gd name="csX2" fmla="*/ 1907830 w 1907829"/>
                <a:gd name="csY2" fmla="*/ 0 h 110082"/>
                <a:gd name="csX3" fmla="*/ 0 w 1907829"/>
                <a:gd name="csY3" fmla="*/ 0 h 11008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907829" h="110082">
                  <a:moveTo>
                    <a:pt x="0" y="110083"/>
                  </a:moveTo>
                  <a:lnTo>
                    <a:pt x="1907830" y="110083"/>
                  </a:lnTo>
                  <a:lnTo>
                    <a:pt x="190783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24745"/>
            </a:solidFill>
            <a:ln w="15766" cap="flat">
              <a:noFill/>
              <a:prstDash val="solid"/>
              <a:round/>
            </a:ln>
          </p:spPr>
        </p:sp>
        <p:sp>
          <p:nvSpPr>
            <p:cNvPr id="41" name="任意形状 40">
              <a:extLst>
                <a:ext uri="{FF2B5EF4-FFF2-40B4-BE49-F238E27FC236}">
                  <a16:creationId xmlns:a16="http://schemas.microsoft.com/office/drawing/2014/main" id="{D76A889B-91B5-1EF0-8192-4014916DB6F0}"/>
                </a:ext>
              </a:extLst>
            </p:cNvPr>
            <p:cNvSpPr/>
            <p:nvPr/>
          </p:nvSpPr>
          <p:spPr>
            <a:xfrm>
              <a:off x="1832380" y="5225161"/>
              <a:ext cx="1723212" cy="110082"/>
            </a:xfrm>
            <a:custGeom>
              <a:avLst/>
              <a:gdLst>
                <a:gd name="csX0" fmla="*/ 0 w 1723212"/>
                <a:gd name="csY0" fmla="*/ 110082 h 110082"/>
                <a:gd name="csX1" fmla="*/ 1723213 w 1723212"/>
                <a:gd name="csY1" fmla="*/ 110082 h 110082"/>
                <a:gd name="csX2" fmla="*/ 1723213 w 1723212"/>
                <a:gd name="csY2" fmla="*/ 0 h 110082"/>
                <a:gd name="csX3" fmla="*/ 0 w 1723212"/>
                <a:gd name="csY3" fmla="*/ 0 h 11008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723212" h="110082">
                  <a:moveTo>
                    <a:pt x="0" y="110082"/>
                  </a:moveTo>
                  <a:lnTo>
                    <a:pt x="1723213" y="110082"/>
                  </a:lnTo>
                  <a:lnTo>
                    <a:pt x="172321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24745"/>
            </a:solidFill>
            <a:ln w="15766" cap="flat">
              <a:noFill/>
              <a:prstDash val="solid"/>
              <a:round/>
            </a:ln>
          </p:spPr>
        </p:sp>
        <p:sp>
          <p:nvSpPr>
            <p:cNvPr id="42" name="任意形状 41">
              <a:extLst>
                <a:ext uri="{FF2B5EF4-FFF2-40B4-BE49-F238E27FC236}">
                  <a16:creationId xmlns:a16="http://schemas.microsoft.com/office/drawing/2014/main" id="{6A775CEB-E1D2-3514-F309-8CBA20652654}"/>
                </a:ext>
              </a:extLst>
            </p:cNvPr>
            <p:cNvSpPr/>
            <p:nvPr/>
          </p:nvSpPr>
          <p:spPr>
            <a:xfrm>
              <a:off x="1832380" y="5580273"/>
              <a:ext cx="1907829" cy="110098"/>
            </a:xfrm>
            <a:custGeom>
              <a:avLst/>
              <a:gdLst>
                <a:gd name="csX0" fmla="*/ 0 w 1907829"/>
                <a:gd name="csY0" fmla="*/ 110098 h 110098"/>
                <a:gd name="csX1" fmla="*/ 1907830 w 1907829"/>
                <a:gd name="csY1" fmla="*/ 110098 h 110098"/>
                <a:gd name="csX2" fmla="*/ 1907830 w 1907829"/>
                <a:gd name="csY2" fmla="*/ 0 h 110098"/>
                <a:gd name="csX3" fmla="*/ 0 w 1907829"/>
                <a:gd name="csY3" fmla="*/ 0 h 11009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907829" h="110098">
                  <a:moveTo>
                    <a:pt x="0" y="110098"/>
                  </a:moveTo>
                  <a:lnTo>
                    <a:pt x="1907830" y="110098"/>
                  </a:lnTo>
                  <a:lnTo>
                    <a:pt x="190783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24745"/>
            </a:solidFill>
            <a:ln w="15766" cap="flat">
              <a:noFill/>
              <a:prstDash val="solid"/>
              <a:round/>
            </a:ln>
          </p:spPr>
        </p:sp>
        <p:sp>
          <p:nvSpPr>
            <p:cNvPr id="43" name="任意形状 42">
              <a:extLst>
                <a:ext uri="{FF2B5EF4-FFF2-40B4-BE49-F238E27FC236}">
                  <a16:creationId xmlns:a16="http://schemas.microsoft.com/office/drawing/2014/main" id="{37FA4E60-3E2D-9A1D-D295-623ED4929988}"/>
                </a:ext>
              </a:extLst>
            </p:cNvPr>
            <p:cNvSpPr/>
            <p:nvPr/>
          </p:nvSpPr>
          <p:spPr>
            <a:xfrm>
              <a:off x="1832380" y="5935386"/>
              <a:ext cx="1846296" cy="110098"/>
            </a:xfrm>
            <a:custGeom>
              <a:avLst/>
              <a:gdLst>
                <a:gd name="csX0" fmla="*/ 0 w 1846296"/>
                <a:gd name="csY0" fmla="*/ 110098 h 110098"/>
                <a:gd name="csX1" fmla="*/ 1846296 w 1846296"/>
                <a:gd name="csY1" fmla="*/ 110098 h 110098"/>
                <a:gd name="csX2" fmla="*/ 1846296 w 1846296"/>
                <a:gd name="csY2" fmla="*/ 0 h 110098"/>
                <a:gd name="csX3" fmla="*/ 0 w 1846296"/>
                <a:gd name="csY3" fmla="*/ 0 h 11009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846296" h="110098">
                  <a:moveTo>
                    <a:pt x="0" y="110098"/>
                  </a:moveTo>
                  <a:lnTo>
                    <a:pt x="1846296" y="110098"/>
                  </a:lnTo>
                  <a:lnTo>
                    <a:pt x="184629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24745"/>
            </a:solidFill>
            <a:ln w="15766" cap="flat">
              <a:noFill/>
              <a:prstDash val="solid"/>
              <a:round/>
            </a:ln>
          </p:spPr>
        </p:sp>
        <p:grpSp>
          <p:nvGrpSpPr>
            <p:cNvPr id="44" name="图形 4">
              <a:extLst>
                <a:ext uri="{FF2B5EF4-FFF2-40B4-BE49-F238E27FC236}">
                  <a16:creationId xmlns:a16="http://schemas.microsoft.com/office/drawing/2014/main" id="{D4D73F4B-FC4E-E6AB-8871-420140E54849}"/>
                </a:ext>
              </a:extLst>
            </p:cNvPr>
            <p:cNvGrpSpPr/>
            <p:nvPr/>
          </p:nvGrpSpPr>
          <p:grpSpPr>
            <a:xfrm>
              <a:off x="1797280" y="6145800"/>
              <a:ext cx="6294703" cy="410655"/>
              <a:chOff x="1797280" y="6145800"/>
              <a:chExt cx="6294703" cy="410655"/>
            </a:xfrm>
            <a:solidFill>
              <a:srgbClr val="000000"/>
            </a:solidFill>
          </p:grpSpPr>
          <p:grpSp>
            <p:nvGrpSpPr>
              <p:cNvPr id="171" name="图形 4">
                <a:extLst>
                  <a:ext uri="{FF2B5EF4-FFF2-40B4-BE49-F238E27FC236}">
                    <a16:creationId xmlns:a16="http://schemas.microsoft.com/office/drawing/2014/main" id="{E11FB0D3-F28A-D12F-E15F-4EA86A168DCE}"/>
                  </a:ext>
                </a:extLst>
              </p:cNvPr>
              <p:cNvGrpSpPr/>
              <p:nvPr/>
            </p:nvGrpSpPr>
            <p:grpSpPr>
              <a:xfrm>
                <a:off x="1797280" y="6145800"/>
                <a:ext cx="70199" cy="229083"/>
                <a:chOff x="1797280" y="6145800"/>
                <a:chExt cx="70199" cy="229083"/>
              </a:xfrm>
              <a:solidFill>
                <a:srgbClr val="000000"/>
              </a:solidFill>
            </p:grpSpPr>
            <p:sp>
              <p:nvSpPr>
                <p:cNvPr id="188" name="任意形状 187">
                  <a:extLst>
                    <a:ext uri="{FF2B5EF4-FFF2-40B4-BE49-F238E27FC236}">
                      <a16:creationId xmlns:a16="http://schemas.microsoft.com/office/drawing/2014/main" id="{568EA376-E301-7E1B-5857-50B709D76ECA}"/>
                    </a:ext>
                  </a:extLst>
                </p:cNvPr>
                <p:cNvSpPr/>
                <p:nvPr/>
              </p:nvSpPr>
              <p:spPr>
                <a:xfrm>
                  <a:off x="1832380" y="6145800"/>
                  <a:ext cx="15777" cy="55222"/>
                </a:xfrm>
                <a:custGeom>
                  <a:avLst/>
                  <a:gdLst>
                    <a:gd name="csX0" fmla="*/ 116 w 15777"/>
                    <a:gd name="csY0" fmla="*/ 390 h 55222"/>
                    <a:gd name="csX1" fmla="*/ 116 w 15777"/>
                    <a:gd name="csY1" fmla="*/ 55612 h 5522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15777" h="55222">
                      <a:moveTo>
                        <a:pt x="116" y="390"/>
                      </a:moveTo>
                      <a:lnTo>
                        <a:pt x="116" y="55612"/>
                      </a:lnTo>
                    </a:path>
                  </a:pathLst>
                </a:custGeom>
                <a:solidFill>
                  <a:srgbClr val="000000"/>
                </a:solidFill>
                <a:ln w="12613" cap="flat">
                  <a:solidFill>
                    <a:srgbClr val="000000"/>
                  </a:solidFill>
                  <a:prstDash val="solid"/>
                  <a:round/>
                </a:ln>
              </p:spPr>
            </p:sp>
            <p:sp>
              <p:nvSpPr>
                <p:cNvPr id="189" name="文本框 188">
                  <a:extLst>
                    <a:ext uri="{FF2B5EF4-FFF2-40B4-BE49-F238E27FC236}">
                      <a16:creationId xmlns:a16="http://schemas.microsoft.com/office/drawing/2014/main" id="{6630AFEF-22C8-E19F-3D26-32403B90521E}"/>
                    </a:ext>
                  </a:extLst>
                </p:cNvPr>
                <p:cNvSpPr txBox="1"/>
                <p:nvPr/>
              </p:nvSpPr>
              <p:spPr>
                <a:xfrm>
                  <a:off x="1705840" y="6188149"/>
                  <a:ext cx="253079" cy="2324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zh-CN" altLang="en-US" sz="745" spc="0" baseline="0">
                      <a:ln/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  <a:rtl val="0"/>
                    </a:rPr>
                    <a:t>0</a:t>
                  </a:r>
                </a:p>
              </p:txBody>
            </p:sp>
          </p:grpSp>
          <p:grpSp>
            <p:nvGrpSpPr>
              <p:cNvPr id="172" name="图形 4">
                <a:extLst>
                  <a:ext uri="{FF2B5EF4-FFF2-40B4-BE49-F238E27FC236}">
                    <a16:creationId xmlns:a16="http://schemas.microsoft.com/office/drawing/2014/main" id="{BFE8F6E9-2C02-F1DE-C8D7-3DB5A06E3892}"/>
                  </a:ext>
                </a:extLst>
              </p:cNvPr>
              <p:cNvGrpSpPr/>
              <p:nvPr/>
            </p:nvGrpSpPr>
            <p:grpSpPr>
              <a:xfrm>
                <a:off x="2993044" y="6145800"/>
                <a:ext cx="140398" cy="229083"/>
                <a:chOff x="2993044" y="6145800"/>
                <a:chExt cx="140398" cy="229083"/>
              </a:xfrm>
              <a:solidFill>
                <a:srgbClr val="000000"/>
              </a:solidFill>
            </p:grpSpPr>
            <p:sp>
              <p:nvSpPr>
                <p:cNvPr id="186" name="任意形状 185">
                  <a:extLst>
                    <a:ext uri="{FF2B5EF4-FFF2-40B4-BE49-F238E27FC236}">
                      <a16:creationId xmlns:a16="http://schemas.microsoft.com/office/drawing/2014/main" id="{E33140C7-9F86-F905-8704-160DD2EE8943}"/>
                    </a:ext>
                  </a:extLst>
                </p:cNvPr>
                <p:cNvSpPr/>
                <p:nvPr/>
              </p:nvSpPr>
              <p:spPr>
                <a:xfrm>
                  <a:off x="3063244" y="6145800"/>
                  <a:ext cx="15777" cy="55222"/>
                </a:xfrm>
                <a:custGeom>
                  <a:avLst/>
                  <a:gdLst>
                    <a:gd name="csX0" fmla="*/ 194 w 15777"/>
                    <a:gd name="csY0" fmla="*/ 390 h 55222"/>
                    <a:gd name="csX1" fmla="*/ 194 w 15777"/>
                    <a:gd name="csY1" fmla="*/ 55612 h 5522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15777" h="55222">
                      <a:moveTo>
                        <a:pt x="194" y="390"/>
                      </a:moveTo>
                      <a:lnTo>
                        <a:pt x="194" y="55612"/>
                      </a:lnTo>
                    </a:path>
                  </a:pathLst>
                </a:custGeom>
                <a:solidFill>
                  <a:srgbClr val="000000"/>
                </a:solidFill>
                <a:ln w="12613" cap="flat">
                  <a:solidFill>
                    <a:srgbClr val="000000"/>
                  </a:solidFill>
                  <a:prstDash val="solid"/>
                  <a:round/>
                </a:ln>
              </p:spPr>
            </p:sp>
            <p:sp>
              <p:nvSpPr>
                <p:cNvPr id="187" name="文本框 186">
                  <a:extLst>
                    <a:ext uri="{FF2B5EF4-FFF2-40B4-BE49-F238E27FC236}">
                      <a16:creationId xmlns:a16="http://schemas.microsoft.com/office/drawing/2014/main" id="{55D83AA2-BBF7-6196-95E1-890CB7D30F1D}"/>
                    </a:ext>
                  </a:extLst>
                </p:cNvPr>
                <p:cNvSpPr txBox="1"/>
                <p:nvPr/>
              </p:nvSpPr>
              <p:spPr>
                <a:xfrm>
                  <a:off x="2901604" y="6188149"/>
                  <a:ext cx="323278" cy="2324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zh-CN" altLang="en-US" sz="745" spc="0" baseline="0">
                      <a:ln/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  <a:rtl val="0"/>
                    </a:rPr>
                    <a:t>20</a:t>
                  </a:r>
                </a:p>
              </p:txBody>
            </p:sp>
          </p:grpSp>
          <p:grpSp>
            <p:nvGrpSpPr>
              <p:cNvPr id="173" name="图形 4">
                <a:extLst>
                  <a:ext uri="{FF2B5EF4-FFF2-40B4-BE49-F238E27FC236}">
                    <a16:creationId xmlns:a16="http://schemas.microsoft.com/office/drawing/2014/main" id="{EF2DCEAC-8FCF-F81D-B4B5-0D4429006545}"/>
                  </a:ext>
                </a:extLst>
              </p:cNvPr>
              <p:cNvGrpSpPr/>
              <p:nvPr/>
            </p:nvGrpSpPr>
            <p:grpSpPr>
              <a:xfrm>
                <a:off x="4223909" y="6145800"/>
                <a:ext cx="140398" cy="229083"/>
                <a:chOff x="4223909" y="6145800"/>
                <a:chExt cx="140398" cy="229083"/>
              </a:xfrm>
              <a:solidFill>
                <a:srgbClr val="000000"/>
              </a:solidFill>
            </p:grpSpPr>
            <p:sp>
              <p:nvSpPr>
                <p:cNvPr id="184" name="任意形状 183">
                  <a:extLst>
                    <a:ext uri="{FF2B5EF4-FFF2-40B4-BE49-F238E27FC236}">
                      <a16:creationId xmlns:a16="http://schemas.microsoft.com/office/drawing/2014/main" id="{614377FD-09BB-2402-3051-B3CF8B607A1B}"/>
                    </a:ext>
                  </a:extLst>
                </p:cNvPr>
                <p:cNvSpPr/>
                <p:nvPr/>
              </p:nvSpPr>
              <p:spPr>
                <a:xfrm>
                  <a:off x="4294108" y="6145800"/>
                  <a:ext cx="15777" cy="55222"/>
                </a:xfrm>
                <a:custGeom>
                  <a:avLst/>
                  <a:gdLst>
                    <a:gd name="csX0" fmla="*/ 272 w 15777"/>
                    <a:gd name="csY0" fmla="*/ 390 h 55222"/>
                    <a:gd name="csX1" fmla="*/ 272 w 15777"/>
                    <a:gd name="csY1" fmla="*/ 55612 h 5522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15777" h="55222">
                      <a:moveTo>
                        <a:pt x="272" y="390"/>
                      </a:moveTo>
                      <a:lnTo>
                        <a:pt x="272" y="55612"/>
                      </a:lnTo>
                    </a:path>
                  </a:pathLst>
                </a:custGeom>
                <a:solidFill>
                  <a:srgbClr val="000000"/>
                </a:solidFill>
                <a:ln w="12613" cap="flat">
                  <a:solidFill>
                    <a:srgbClr val="000000"/>
                  </a:solidFill>
                  <a:prstDash val="solid"/>
                  <a:round/>
                </a:ln>
              </p:spPr>
            </p:sp>
            <p:sp>
              <p:nvSpPr>
                <p:cNvPr id="185" name="文本框 184">
                  <a:extLst>
                    <a:ext uri="{FF2B5EF4-FFF2-40B4-BE49-F238E27FC236}">
                      <a16:creationId xmlns:a16="http://schemas.microsoft.com/office/drawing/2014/main" id="{42910079-09EE-1DDB-1F32-09D8388A5FA3}"/>
                    </a:ext>
                  </a:extLst>
                </p:cNvPr>
                <p:cNvSpPr txBox="1"/>
                <p:nvPr/>
              </p:nvSpPr>
              <p:spPr>
                <a:xfrm>
                  <a:off x="4132469" y="6188149"/>
                  <a:ext cx="323278" cy="2324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zh-CN" altLang="en-US" sz="745" spc="0" baseline="0">
                      <a:ln/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  <a:rtl val="0"/>
                    </a:rPr>
                    <a:t>40</a:t>
                  </a:r>
                </a:p>
              </p:txBody>
            </p:sp>
          </p:grpSp>
          <p:grpSp>
            <p:nvGrpSpPr>
              <p:cNvPr id="174" name="图形 4">
                <a:extLst>
                  <a:ext uri="{FF2B5EF4-FFF2-40B4-BE49-F238E27FC236}">
                    <a16:creationId xmlns:a16="http://schemas.microsoft.com/office/drawing/2014/main" id="{AEE050D2-1488-9C7E-CD1C-0902B3DFD33D}"/>
                  </a:ext>
                </a:extLst>
              </p:cNvPr>
              <p:cNvGrpSpPr/>
              <p:nvPr/>
            </p:nvGrpSpPr>
            <p:grpSpPr>
              <a:xfrm>
                <a:off x="5454757" y="6145800"/>
                <a:ext cx="140398" cy="229083"/>
                <a:chOff x="5454757" y="6145800"/>
                <a:chExt cx="140398" cy="229083"/>
              </a:xfrm>
              <a:solidFill>
                <a:srgbClr val="000000"/>
              </a:solidFill>
            </p:grpSpPr>
            <p:sp>
              <p:nvSpPr>
                <p:cNvPr id="182" name="任意形状 181">
                  <a:extLst>
                    <a:ext uri="{FF2B5EF4-FFF2-40B4-BE49-F238E27FC236}">
                      <a16:creationId xmlns:a16="http://schemas.microsoft.com/office/drawing/2014/main" id="{73F3D0A7-5FEE-89E1-B4DC-94EAE52CAADF}"/>
                    </a:ext>
                  </a:extLst>
                </p:cNvPr>
                <p:cNvSpPr/>
                <p:nvPr/>
              </p:nvSpPr>
              <p:spPr>
                <a:xfrm>
                  <a:off x="5524956" y="6145800"/>
                  <a:ext cx="15777" cy="55222"/>
                </a:xfrm>
                <a:custGeom>
                  <a:avLst/>
                  <a:gdLst>
                    <a:gd name="csX0" fmla="*/ 350 w 15777"/>
                    <a:gd name="csY0" fmla="*/ 390 h 55222"/>
                    <a:gd name="csX1" fmla="*/ 350 w 15777"/>
                    <a:gd name="csY1" fmla="*/ 55612 h 5522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15777" h="55222">
                      <a:moveTo>
                        <a:pt x="350" y="390"/>
                      </a:moveTo>
                      <a:lnTo>
                        <a:pt x="350" y="55612"/>
                      </a:lnTo>
                    </a:path>
                  </a:pathLst>
                </a:custGeom>
                <a:solidFill>
                  <a:srgbClr val="000000"/>
                </a:solidFill>
                <a:ln w="12613" cap="flat">
                  <a:solidFill>
                    <a:srgbClr val="000000"/>
                  </a:solidFill>
                  <a:prstDash val="solid"/>
                  <a:round/>
                </a:ln>
              </p:spPr>
            </p:sp>
            <p:sp>
              <p:nvSpPr>
                <p:cNvPr id="183" name="文本框 182">
                  <a:extLst>
                    <a:ext uri="{FF2B5EF4-FFF2-40B4-BE49-F238E27FC236}">
                      <a16:creationId xmlns:a16="http://schemas.microsoft.com/office/drawing/2014/main" id="{D70CE42D-7C0F-DDE1-CCDF-30EA833C6B1B}"/>
                    </a:ext>
                  </a:extLst>
                </p:cNvPr>
                <p:cNvSpPr txBox="1"/>
                <p:nvPr/>
              </p:nvSpPr>
              <p:spPr>
                <a:xfrm>
                  <a:off x="5363317" y="6188149"/>
                  <a:ext cx="323278" cy="2324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zh-CN" altLang="en-US" sz="745" spc="0" baseline="0">
                      <a:ln/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  <a:rtl val="0"/>
                    </a:rPr>
                    <a:t>60</a:t>
                  </a:r>
                </a:p>
              </p:txBody>
            </p:sp>
          </p:grpSp>
          <p:grpSp>
            <p:nvGrpSpPr>
              <p:cNvPr id="175" name="图形 4">
                <a:extLst>
                  <a:ext uri="{FF2B5EF4-FFF2-40B4-BE49-F238E27FC236}">
                    <a16:creationId xmlns:a16="http://schemas.microsoft.com/office/drawing/2014/main" id="{B3DABD1B-6756-4A14-C7DB-B7669C37F3A9}"/>
                  </a:ext>
                </a:extLst>
              </p:cNvPr>
              <p:cNvGrpSpPr/>
              <p:nvPr/>
            </p:nvGrpSpPr>
            <p:grpSpPr>
              <a:xfrm>
                <a:off x="6685621" y="6145800"/>
                <a:ext cx="140398" cy="229083"/>
                <a:chOff x="6685621" y="6145800"/>
                <a:chExt cx="140398" cy="229083"/>
              </a:xfrm>
              <a:solidFill>
                <a:srgbClr val="000000"/>
              </a:solidFill>
            </p:grpSpPr>
            <p:sp>
              <p:nvSpPr>
                <p:cNvPr id="180" name="任意形状 179">
                  <a:extLst>
                    <a:ext uri="{FF2B5EF4-FFF2-40B4-BE49-F238E27FC236}">
                      <a16:creationId xmlns:a16="http://schemas.microsoft.com/office/drawing/2014/main" id="{74ACC638-DD1C-E268-DDC1-3AA1BE89B966}"/>
                    </a:ext>
                  </a:extLst>
                </p:cNvPr>
                <p:cNvSpPr/>
                <p:nvPr/>
              </p:nvSpPr>
              <p:spPr>
                <a:xfrm>
                  <a:off x="6755820" y="6145800"/>
                  <a:ext cx="15777" cy="55222"/>
                </a:xfrm>
                <a:custGeom>
                  <a:avLst/>
                  <a:gdLst>
                    <a:gd name="csX0" fmla="*/ 428 w 15777"/>
                    <a:gd name="csY0" fmla="*/ 390 h 55222"/>
                    <a:gd name="csX1" fmla="*/ 428 w 15777"/>
                    <a:gd name="csY1" fmla="*/ 55612 h 5522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15777" h="55222">
                      <a:moveTo>
                        <a:pt x="428" y="390"/>
                      </a:moveTo>
                      <a:lnTo>
                        <a:pt x="428" y="55612"/>
                      </a:lnTo>
                    </a:path>
                  </a:pathLst>
                </a:custGeom>
                <a:solidFill>
                  <a:srgbClr val="000000"/>
                </a:solidFill>
                <a:ln w="12613" cap="flat">
                  <a:solidFill>
                    <a:srgbClr val="000000"/>
                  </a:solidFill>
                  <a:prstDash val="solid"/>
                  <a:round/>
                </a:ln>
              </p:spPr>
            </p:sp>
            <p:sp>
              <p:nvSpPr>
                <p:cNvPr id="181" name="文本框 180">
                  <a:extLst>
                    <a:ext uri="{FF2B5EF4-FFF2-40B4-BE49-F238E27FC236}">
                      <a16:creationId xmlns:a16="http://schemas.microsoft.com/office/drawing/2014/main" id="{1B3C527B-B41B-C845-1D84-62FACFABBED7}"/>
                    </a:ext>
                  </a:extLst>
                </p:cNvPr>
                <p:cNvSpPr txBox="1"/>
                <p:nvPr/>
              </p:nvSpPr>
              <p:spPr>
                <a:xfrm>
                  <a:off x="6594181" y="6188149"/>
                  <a:ext cx="323278" cy="2324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zh-CN" altLang="en-US" sz="745" spc="0" baseline="0">
                      <a:ln/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  <a:rtl val="0"/>
                    </a:rPr>
                    <a:t>80</a:t>
                  </a:r>
                </a:p>
              </p:txBody>
            </p:sp>
          </p:grpSp>
          <p:grpSp>
            <p:nvGrpSpPr>
              <p:cNvPr id="176" name="图形 4">
                <a:extLst>
                  <a:ext uri="{FF2B5EF4-FFF2-40B4-BE49-F238E27FC236}">
                    <a16:creationId xmlns:a16="http://schemas.microsoft.com/office/drawing/2014/main" id="{D5CCF3FC-DB53-BF44-5293-11E32A3B6AF5}"/>
                  </a:ext>
                </a:extLst>
              </p:cNvPr>
              <p:cNvGrpSpPr/>
              <p:nvPr/>
            </p:nvGrpSpPr>
            <p:grpSpPr>
              <a:xfrm>
                <a:off x="7881386" y="6145800"/>
                <a:ext cx="210597" cy="229083"/>
                <a:chOff x="7881386" y="6145800"/>
                <a:chExt cx="210597" cy="229083"/>
              </a:xfrm>
              <a:solidFill>
                <a:srgbClr val="000000"/>
              </a:solidFill>
            </p:grpSpPr>
            <p:sp>
              <p:nvSpPr>
                <p:cNvPr id="178" name="任意形状 177">
                  <a:extLst>
                    <a:ext uri="{FF2B5EF4-FFF2-40B4-BE49-F238E27FC236}">
                      <a16:creationId xmlns:a16="http://schemas.microsoft.com/office/drawing/2014/main" id="{1C844AB5-3411-CC84-E158-78A1E0A3249E}"/>
                    </a:ext>
                  </a:extLst>
                </p:cNvPr>
                <p:cNvSpPr/>
                <p:nvPr/>
              </p:nvSpPr>
              <p:spPr>
                <a:xfrm>
                  <a:off x="7986684" y="6145800"/>
                  <a:ext cx="15777" cy="55222"/>
                </a:xfrm>
                <a:custGeom>
                  <a:avLst/>
                  <a:gdLst>
                    <a:gd name="csX0" fmla="*/ 506 w 15777"/>
                    <a:gd name="csY0" fmla="*/ 390 h 55222"/>
                    <a:gd name="csX1" fmla="*/ 506 w 15777"/>
                    <a:gd name="csY1" fmla="*/ 55612 h 5522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15777" h="55222">
                      <a:moveTo>
                        <a:pt x="506" y="390"/>
                      </a:moveTo>
                      <a:lnTo>
                        <a:pt x="506" y="55612"/>
                      </a:lnTo>
                    </a:path>
                  </a:pathLst>
                </a:custGeom>
                <a:solidFill>
                  <a:srgbClr val="000000"/>
                </a:solidFill>
                <a:ln w="12613" cap="flat">
                  <a:solidFill>
                    <a:srgbClr val="000000"/>
                  </a:solidFill>
                  <a:prstDash val="solid"/>
                  <a:round/>
                </a:ln>
              </p:spPr>
            </p:sp>
            <p:sp>
              <p:nvSpPr>
                <p:cNvPr id="179" name="文本框 178">
                  <a:extLst>
                    <a:ext uri="{FF2B5EF4-FFF2-40B4-BE49-F238E27FC236}">
                      <a16:creationId xmlns:a16="http://schemas.microsoft.com/office/drawing/2014/main" id="{2626FC92-3BD7-7280-463C-85967673333C}"/>
                    </a:ext>
                  </a:extLst>
                </p:cNvPr>
                <p:cNvSpPr txBox="1"/>
                <p:nvPr/>
              </p:nvSpPr>
              <p:spPr>
                <a:xfrm>
                  <a:off x="7789946" y="6188149"/>
                  <a:ext cx="393477" cy="2324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zh-CN" altLang="en-US" sz="745" spc="0" baseline="0">
                      <a:ln/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  <a:rtl val="0"/>
                    </a:rPr>
                    <a:t>100</a:t>
                  </a:r>
                </a:p>
              </p:txBody>
            </p:sp>
          </p:grpSp>
          <p:sp>
            <p:nvSpPr>
              <p:cNvPr id="177" name="文本框 176">
                <a:extLst>
                  <a:ext uri="{FF2B5EF4-FFF2-40B4-BE49-F238E27FC236}">
                    <a16:creationId xmlns:a16="http://schemas.microsoft.com/office/drawing/2014/main" id="{ECC8C26B-0195-CA06-47BC-0BC416B9C789}"/>
                  </a:ext>
                </a:extLst>
              </p:cNvPr>
              <p:cNvSpPr txBox="1"/>
              <p:nvPr/>
            </p:nvSpPr>
            <p:spPr>
              <a:xfrm>
                <a:off x="3514212" y="6369721"/>
                <a:ext cx="2975256" cy="2324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745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Paired patients contributing to the primary window</a:t>
                </a:r>
              </a:p>
            </p:txBody>
          </p:sp>
        </p:grpSp>
        <p:grpSp>
          <p:nvGrpSpPr>
            <p:cNvPr id="54" name="图形 4">
              <a:extLst>
                <a:ext uri="{FF2B5EF4-FFF2-40B4-BE49-F238E27FC236}">
                  <a16:creationId xmlns:a16="http://schemas.microsoft.com/office/drawing/2014/main" id="{8B33DC6A-994E-5F29-7F29-E3FD23615EFC}"/>
                </a:ext>
              </a:extLst>
            </p:cNvPr>
            <p:cNvGrpSpPr/>
            <p:nvPr/>
          </p:nvGrpSpPr>
          <p:grpSpPr>
            <a:xfrm>
              <a:off x="6323" y="4052032"/>
              <a:ext cx="1826056" cy="1969827"/>
              <a:chOff x="6323" y="4052032"/>
              <a:chExt cx="1826056" cy="1969827"/>
            </a:xfrm>
            <a:solidFill>
              <a:srgbClr val="000000"/>
            </a:solidFill>
          </p:grpSpPr>
          <p:grpSp>
            <p:nvGrpSpPr>
              <p:cNvPr id="153" name="图形 4">
                <a:extLst>
                  <a:ext uri="{FF2B5EF4-FFF2-40B4-BE49-F238E27FC236}">
                    <a16:creationId xmlns:a16="http://schemas.microsoft.com/office/drawing/2014/main" id="{B1982F2A-C483-62EA-7C5B-C7E838BFD8BF}"/>
                  </a:ext>
                </a:extLst>
              </p:cNvPr>
              <p:cNvGrpSpPr/>
              <p:nvPr/>
            </p:nvGrpSpPr>
            <p:grpSpPr>
              <a:xfrm>
                <a:off x="362197" y="4052032"/>
                <a:ext cx="1470182" cy="194247"/>
                <a:chOff x="362197" y="4052032"/>
                <a:chExt cx="1470182" cy="194247"/>
              </a:xfrm>
              <a:solidFill>
                <a:srgbClr val="000000"/>
              </a:solidFill>
            </p:grpSpPr>
            <p:sp>
              <p:nvSpPr>
                <p:cNvPr id="169" name="任意形状 168">
                  <a:extLst>
                    <a:ext uri="{FF2B5EF4-FFF2-40B4-BE49-F238E27FC236}">
                      <a16:creationId xmlns:a16="http://schemas.microsoft.com/office/drawing/2014/main" id="{1726AE0D-626C-380C-35CF-E05D2D6E2568}"/>
                    </a:ext>
                  </a:extLst>
                </p:cNvPr>
                <p:cNvSpPr/>
                <p:nvPr/>
              </p:nvSpPr>
              <p:spPr>
                <a:xfrm>
                  <a:off x="1777157" y="4154489"/>
                  <a:ext cx="55222" cy="15777"/>
                </a:xfrm>
                <a:custGeom>
                  <a:avLst/>
                  <a:gdLst>
                    <a:gd name="csX0" fmla="*/ 55339 w 55222"/>
                    <a:gd name="csY0" fmla="*/ 263 h 15777"/>
                    <a:gd name="csX1" fmla="*/ 116 w 55222"/>
                    <a:gd name="csY1" fmla="*/ 263 h 1577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55222" h="15777">
                      <a:moveTo>
                        <a:pt x="55339" y="263"/>
                      </a:moveTo>
                      <a:lnTo>
                        <a:pt x="116" y="263"/>
                      </a:lnTo>
                    </a:path>
                  </a:pathLst>
                </a:custGeom>
                <a:solidFill>
                  <a:srgbClr val="000000"/>
                </a:solidFill>
                <a:ln w="12613" cap="flat">
                  <a:solidFill>
                    <a:srgbClr val="000000"/>
                  </a:solidFill>
                  <a:prstDash val="solid"/>
                  <a:round/>
                </a:ln>
              </p:spPr>
            </p:sp>
            <p:sp>
              <p:nvSpPr>
                <p:cNvPr id="170" name="文本框 169">
                  <a:extLst>
                    <a:ext uri="{FF2B5EF4-FFF2-40B4-BE49-F238E27FC236}">
                      <a16:creationId xmlns:a16="http://schemas.microsoft.com/office/drawing/2014/main" id="{798C30E3-F3DD-ED04-A50B-2100A879C9B4}"/>
                    </a:ext>
                  </a:extLst>
                </p:cNvPr>
                <p:cNvSpPr txBox="1"/>
                <p:nvPr/>
              </p:nvSpPr>
              <p:spPr>
                <a:xfrm>
                  <a:off x="362197" y="4052032"/>
                  <a:ext cx="1320282" cy="19424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zh-CN" altLang="en-US" sz="800" b="1" spc="0" baseline="0" dirty="0">
                      <a:ln/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  <a:rtl val="0"/>
                    </a:rPr>
                    <a:t>GSE236713 Adult sepsis</a:t>
                  </a:r>
                </a:p>
              </p:txBody>
            </p:sp>
          </p:grpSp>
          <p:grpSp>
            <p:nvGrpSpPr>
              <p:cNvPr id="154" name="图形 4">
                <a:extLst>
                  <a:ext uri="{FF2B5EF4-FFF2-40B4-BE49-F238E27FC236}">
                    <a16:creationId xmlns:a16="http://schemas.microsoft.com/office/drawing/2014/main" id="{690CB81D-EABF-A181-760E-00EAA0CEECE1}"/>
                  </a:ext>
                </a:extLst>
              </p:cNvPr>
              <p:cNvGrpSpPr/>
              <p:nvPr/>
            </p:nvGrpSpPr>
            <p:grpSpPr>
              <a:xfrm>
                <a:off x="128957" y="4407146"/>
                <a:ext cx="1703422" cy="194247"/>
                <a:chOff x="128957" y="4407146"/>
                <a:chExt cx="1703422" cy="194247"/>
              </a:xfrm>
              <a:solidFill>
                <a:srgbClr val="000000"/>
              </a:solidFill>
            </p:grpSpPr>
            <p:sp>
              <p:nvSpPr>
                <p:cNvPr id="167" name="任意形状 166">
                  <a:extLst>
                    <a:ext uri="{FF2B5EF4-FFF2-40B4-BE49-F238E27FC236}">
                      <a16:creationId xmlns:a16="http://schemas.microsoft.com/office/drawing/2014/main" id="{C8C4BAD7-F189-6E13-86F2-99EA71A79A70}"/>
                    </a:ext>
                  </a:extLst>
                </p:cNvPr>
                <p:cNvSpPr/>
                <p:nvPr/>
              </p:nvSpPr>
              <p:spPr>
                <a:xfrm>
                  <a:off x="1777157" y="4509602"/>
                  <a:ext cx="55222" cy="15777"/>
                </a:xfrm>
                <a:custGeom>
                  <a:avLst/>
                  <a:gdLst>
                    <a:gd name="csX0" fmla="*/ 55339 w 55222"/>
                    <a:gd name="csY0" fmla="*/ 286 h 15777"/>
                    <a:gd name="csX1" fmla="*/ 116 w 55222"/>
                    <a:gd name="csY1" fmla="*/ 286 h 1577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55222" h="15777">
                      <a:moveTo>
                        <a:pt x="55339" y="286"/>
                      </a:moveTo>
                      <a:lnTo>
                        <a:pt x="116" y="286"/>
                      </a:lnTo>
                    </a:path>
                  </a:pathLst>
                </a:custGeom>
                <a:solidFill>
                  <a:srgbClr val="000000"/>
                </a:solidFill>
                <a:ln w="12613" cap="flat">
                  <a:solidFill>
                    <a:srgbClr val="000000"/>
                  </a:solidFill>
                  <a:prstDash val="solid"/>
                  <a:round/>
                </a:ln>
              </p:spPr>
            </p:sp>
            <p:sp>
              <p:nvSpPr>
                <p:cNvPr id="168" name="文本框 167">
                  <a:extLst>
                    <a:ext uri="{FF2B5EF4-FFF2-40B4-BE49-F238E27FC236}">
                      <a16:creationId xmlns:a16="http://schemas.microsoft.com/office/drawing/2014/main" id="{87C697B8-B14F-2174-B241-9FF4F4AF46C3}"/>
                    </a:ext>
                  </a:extLst>
                </p:cNvPr>
                <p:cNvSpPr txBox="1"/>
                <p:nvPr/>
              </p:nvSpPr>
              <p:spPr>
                <a:xfrm>
                  <a:off x="128957" y="4407146"/>
                  <a:ext cx="1553220" cy="19424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zh-CN" altLang="en-US" sz="800" b="1" spc="0" baseline="0">
                      <a:ln/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  <a:rtl val="0"/>
                    </a:rPr>
                    <a:t>GSE57065 Adult septic shock</a:t>
                  </a:r>
                </a:p>
              </p:txBody>
            </p:sp>
          </p:grpSp>
          <p:grpSp>
            <p:nvGrpSpPr>
              <p:cNvPr id="155" name="图形 4">
                <a:extLst>
                  <a:ext uri="{FF2B5EF4-FFF2-40B4-BE49-F238E27FC236}">
                    <a16:creationId xmlns:a16="http://schemas.microsoft.com/office/drawing/2014/main" id="{709AA519-39C5-2611-8DDE-8A645B969683}"/>
                  </a:ext>
                </a:extLst>
              </p:cNvPr>
              <p:cNvGrpSpPr/>
              <p:nvPr/>
            </p:nvGrpSpPr>
            <p:grpSpPr>
              <a:xfrm>
                <a:off x="128957" y="4762258"/>
                <a:ext cx="1703422" cy="194247"/>
                <a:chOff x="128957" y="4762258"/>
                <a:chExt cx="1703422" cy="194247"/>
              </a:xfrm>
              <a:solidFill>
                <a:srgbClr val="000000"/>
              </a:solidFill>
            </p:grpSpPr>
            <p:sp>
              <p:nvSpPr>
                <p:cNvPr id="165" name="任意形状 164">
                  <a:extLst>
                    <a:ext uri="{FF2B5EF4-FFF2-40B4-BE49-F238E27FC236}">
                      <a16:creationId xmlns:a16="http://schemas.microsoft.com/office/drawing/2014/main" id="{A064F540-BAEE-8CD4-447B-1B34727B26D1}"/>
                    </a:ext>
                  </a:extLst>
                </p:cNvPr>
                <p:cNvSpPr/>
                <p:nvPr/>
              </p:nvSpPr>
              <p:spPr>
                <a:xfrm>
                  <a:off x="1777157" y="4864715"/>
                  <a:ext cx="55222" cy="15777"/>
                </a:xfrm>
                <a:custGeom>
                  <a:avLst/>
                  <a:gdLst>
                    <a:gd name="csX0" fmla="*/ 55339 w 55222"/>
                    <a:gd name="csY0" fmla="*/ 308 h 15777"/>
                    <a:gd name="csX1" fmla="*/ 116 w 55222"/>
                    <a:gd name="csY1" fmla="*/ 308 h 1577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55222" h="15777">
                      <a:moveTo>
                        <a:pt x="55339" y="308"/>
                      </a:moveTo>
                      <a:lnTo>
                        <a:pt x="116" y="308"/>
                      </a:lnTo>
                    </a:path>
                  </a:pathLst>
                </a:custGeom>
                <a:solidFill>
                  <a:srgbClr val="000000"/>
                </a:solidFill>
                <a:ln w="12613" cap="flat">
                  <a:solidFill>
                    <a:srgbClr val="000000"/>
                  </a:solidFill>
                  <a:prstDash val="solid"/>
                  <a:round/>
                </a:ln>
              </p:spPr>
            </p:sp>
            <p:sp>
              <p:nvSpPr>
                <p:cNvPr id="166" name="文本框 165">
                  <a:extLst>
                    <a:ext uri="{FF2B5EF4-FFF2-40B4-BE49-F238E27FC236}">
                      <a16:creationId xmlns:a16="http://schemas.microsoft.com/office/drawing/2014/main" id="{571D2063-972C-A012-7A85-C13687FC6D14}"/>
                    </a:ext>
                  </a:extLst>
                </p:cNvPr>
                <p:cNvSpPr txBox="1"/>
                <p:nvPr/>
              </p:nvSpPr>
              <p:spPr>
                <a:xfrm>
                  <a:off x="128957" y="4762258"/>
                  <a:ext cx="1553220" cy="19424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zh-CN" altLang="en-US" sz="800" b="1" spc="0" baseline="0">
                      <a:ln/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  <a:rtl val="0"/>
                    </a:rPr>
                    <a:t>GSE95233 Adult septic shock</a:t>
                  </a:r>
                </a:p>
              </p:txBody>
            </p:sp>
          </p:grpSp>
          <p:grpSp>
            <p:nvGrpSpPr>
              <p:cNvPr id="156" name="图形 4">
                <a:extLst>
                  <a:ext uri="{FF2B5EF4-FFF2-40B4-BE49-F238E27FC236}">
                    <a16:creationId xmlns:a16="http://schemas.microsoft.com/office/drawing/2014/main" id="{0BFB1843-C531-8695-B3E1-3C5CAE311E5B}"/>
                  </a:ext>
                </a:extLst>
              </p:cNvPr>
              <p:cNvGrpSpPr/>
              <p:nvPr/>
            </p:nvGrpSpPr>
            <p:grpSpPr>
              <a:xfrm>
                <a:off x="423621" y="5117387"/>
                <a:ext cx="1408758" cy="194247"/>
                <a:chOff x="423621" y="5117387"/>
                <a:chExt cx="1408758" cy="194247"/>
              </a:xfrm>
              <a:solidFill>
                <a:srgbClr val="000000"/>
              </a:solidFill>
            </p:grpSpPr>
            <p:sp>
              <p:nvSpPr>
                <p:cNvPr id="163" name="任意形状 162">
                  <a:extLst>
                    <a:ext uri="{FF2B5EF4-FFF2-40B4-BE49-F238E27FC236}">
                      <a16:creationId xmlns:a16="http://schemas.microsoft.com/office/drawing/2014/main" id="{89566BC8-29F4-5A12-1BE0-112CF42E89EB}"/>
                    </a:ext>
                  </a:extLst>
                </p:cNvPr>
                <p:cNvSpPr/>
                <p:nvPr/>
              </p:nvSpPr>
              <p:spPr>
                <a:xfrm>
                  <a:off x="1777157" y="5219828"/>
                  <a:ext cx="55222" cy="15777"/>
                </a:xfrm>
                <a:custGeom>
                  <a:avLst/>
                  <a:gdLst>
                    <a:gd name="csX0" fmla="*/ 55339 w 55222"/>
                    <a:gd name="csY0" fmla="*/ 331 h 15777"/>
                    <a:gd name="csX1" fmla="*/ 116 w 55222"/>
                    <a:gd name="csY1" fmla="*/ 331 h 1577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55222" h="15777">
                      <a:moveTo>
                        <a:pt x="55339" y="331"/>
                      </a:moveTo>
                      <a:lnTo>
                        <a:pt x="116" y="331"/>
                      </a:lnTo>
                    </a:path>
                  </a:pathLst>
                </a:custGeom>
                <a:solidFill>
                  <a:srgbClr val="000000"/>
                </a:solidFill>
                <a:ln w="12613" cap="flat">
                  <a:solidFill>
                    <a:srgbClr val="000000"/>
                  </a:solidFill>
                  <a:prstDash val="solid"/>
                  <a:round/>
                </a:ln>
              </p:spPr>
            </p:sp>
            <p:sp>
              <p:nvSpPr>
                <p:cNvPr id="164" name="文本框 163">
                  <a:extLst>
                    <a:ext uri="{FF2B5EF4-FFF2-40B4-BE49-F238E27FC236}">
                      <a16:creationId xmlns:a16="http://schemas.microsoft.com/office/drawing/2014/main" id="{D970F3AA-B709-FFBA-F462-3822D1BBE748}"/>
                    </a:ext>
                  </a:extLst>
                </p:cNvPr>
                <p:cNvSpPr txBox="1"/>
                <p:nvPr/>
              </p:nvSpPr>
              <p:spPr>
                <a:xfrm>
                  <a:off x="423621" y="5117387"/>
                  <a:ext cx="1265474" cy="19424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zh-CN" altLang="en-US" sz="800" b="1" spc="0" baseline="0">
                      <a:ln/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  <a:rtl val="0"/>
                    </a:rPr>
                    <a:t>GSE54514 Adult sepsis</a:t>
                  </a:r>
                </a:p>
              </p:txBody>
            </p:sp>
          </p:grpSp>
          <p:grpSp>
            <p:nvGrpSpPr>
              <p:cNvPr id="157" name="图形 4">
                <a:extLst>
                  <a:ext uri="{FF2B5EF4-FFF2-40B4-BE49-F238E27FC236}">
                    <a16:creationId xmlns:a16="http://schemas.microsoft.com/office/drawing/2014/main" id="{48D2D601-8352-F37D-7ED9-DE96C5C73A53}"/>
                  </a:ext>
                </a:extLst>
              </p:cNvPr>
              <p:cNvGrpSpPr/>
              <p:nvPr/>
            </p:nvGrpSpPr>
            <p:grpSpPr>
              <a:xfrm>
                <a:off x="75730" y="5472499"/>
                <a:ext cx="1756649" cy="194247"/>
                <a:chOff x="75730" y="5472499"/>
                <a:chExt cx="1756649" cy="194247"/>
              </a:xfrm>
              <a:solidFill>
                <a:srgbClr val="000000"/>
              </a:solidFill>
            </p:grpSpPr>
            <p:sp>
              <p:nvSpPr>
                <p:cNvPr id="161" name="任意形状 160">
                  <a:extLst>
                    <a:ext uri="{FF2B5EF4-FFF2-40B4-BE49-F238E27FC236}">
                      <a16:creationId xmlns:a16="http://schemas.microsoft.com/office/drawing/2014/main" id="{5FEECAB7-6982-F67A-4E62-4095F46B5BFB}"/>
                    </a:ext>
                  </a:extLst>
                </p:cNvPr>
                <p:cNvSpPr/>
                <p:nvPr/>
              </p:nvSpPr>
              <p:spPr>
                <a:xfrm>
                  <a:off x="1777157" y="5574956"/>
                  <a:ext cx="55222" cy="15777"/>
                </a:xfrm>
                <a:custGeom>
                  <a:avLst/>
                  <a:gdLst>
                    <a:gd name="csX0" fmla="*/ 55339 w 55222"/>
                    <a:gd name="csY0" fmla="*/ 353 h 15777"/>
                    <a:gd name="csX1" fmla="*/ 116 w 55222"/>
                    <a:gd name="csY1" fmla="*/ 353 h 1577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55222" h="15777">
                      <a:moveTo>
                        <a:pt x="55339" y="353"/>
                      </a:moveTo>
                      <a:lnTo>
                        <a:pt x="116" y="353"/>
                      </a:lnTo>
                    </a:path>
                  </a:pathLst>
                </a:custGeom>
                <a:solidFill>
                  <a:srgbClr val="000000"/>
                </a:solidFill>
                <a:ln w="12613" cap="flat">
                  <a:solidFill>
                    <a:srgbClr val="000000"/>
                  </a:solidFill>
                  <a:prstDash val="solid"/>
                  <a:round/>
                </a:ln>
              </p:spPr>
            </p:sp>
            <p:sp>
              <p:nvSpPr>
                <p:cNvPr id="162" name="文本框 161">
                  <a:extLst>
                    <a:ext uri="{FF2B5EF4-FFF2-40B4-BE49-F238E27FC236}">
                      <a16:creationId xmlns:a16="http://schemas.microsoft.com/office/drawing/2014/main" id="{394065B7-760F-F55A-62AF-E57DB2BB74A5}"/>
                    </a:ext>
                  </a:extLst>
                </p:cNvPr>
                <p:cNvSpPr txBox="1"/>
                <p:nvPr/>
              </p:nvSpPr>
              <p:spPr>
                <a:xfrm>
                  <a:off x="75730" y="5472499"/>
                  <a:ext cx="1608029" cy="19424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zh-CN" altLang="en-US" sz="800" b="1" spc="0" baseline="0">
                      <a:ln/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  <a:rtl val="0"/>
                    </a:rPr>
                    <a:t>GSE110487 Adult septic shock</a:t>
                  </a:r>
                </a:p>
              </p:txBody>
            </p:sp>
          </p:grpSp>
          <p:grpSp>
            <p:nvGrpSpPr>
              <p:cNvPr id="158" name="图形 4">
                <a:extLst>
                  <a:ext uri="{FF2B5EF4-FFF2-40B4-BE49-F238E27FC236}">
                    <a16:creationId xmlns:a16="http://schemas.microsoft.com/office/drawing/2014/main" id="{734361DB-7E19-4DBD-DB87-6DF5232FF4C8}"/>
                  </a:ext>
                </a:extLst>
              </p:cNvPr>
              <p:cNvGrpSpPr/>
              <p:nvPr/>
            </p:nvGrpSpPr>
            <p:grpSpPr>
              <a:xfrm>
                <a:off x="6323" y="5827612"/>
                <a:ext cx="1826056" cy="194247"/>
                <a:chOff x="6323" y="5827612"/>
                <a:chExt cx="1826056" cy="194247"/>
              </a:xfrm>
              <a:solidFill>
                <a:srgbClr val="000000"/>
              </a:solidFill>
            </p:grpSpPr>
            <p:sp>
              <p:nvSpPr>
                <p:cNvPr id="159" name="任意形状 158">
                  <a:extLst>
                    <a:ext uri="{FF2B5EF4-FFF2-40B4-BE49-F238E27FC236}">
                      <a16:creationId xmlns:a16="http://schemas.microsoft.com/office/drawing/2014/main" id="{C7AABBA5-A56C-06AD-271C-4C998AF1EE86}"/>
                    </a:ext>
                  </a:extLst>
                </p:cNvPr>
                <p:cNvSpPr/>
                <p:nvPr/>
              </p:nvSpPr>
              <p:spPr>
                <a:xfrm>
                  <a:off x="1777157" y="5930069"/>
                  <a:ext cx="55222" cy="15777"/>
                </a:xfrm>
                <a:custGeom>
                  <a:avLst/>
                  <a:gdLst>
                    <a:gd name="csX0" fmla="*/ 55339 w 55222"/>
                    <a:gd name="csY0" fmla="*/ 376 h 15777"/>
                    <a:gd name="csX1" fmla="*/ 116 w 55222"/>
                    <a:gd name="csY1" fmla="*/ 376 h 1577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55222" h="15777">
                      <a:moveTo>
                        <a:pt x="55339" y="376"/>
                      </a:moveTo>
                      <a:lnTo>
                        <a:pt x="116" y="376"/>
                      </a:lnTo>
                    </a:path>
                  </a:pathLst>
                </a:custGeom>
                <a:solidFill>
                  <a:srgbClr val="000000"/>
                </a:solidFill>
                <a:ln w="12613" cap="flat">
                  <a:solidFill>
                    <a:srgbClr val="000000"/>
                  </a:solidFill>
                  <a:prstDash val="solid"/>
                  <a:round/>
                </a:ln>
              </p:spPr>
            </p:sp>
            <p:sp>
              <p:nvSpPr>
                <p:cNvPr id="160" name="文本框 159">
                  <a:extLst>
                    <a:ext uri="{FF2B5EF4-FFF2-40B4-BE49-F238E27FC236}">
                      <a16:creationId xmlns:a16="http://schemas.microsoft.com/office/drawing/2014/main" id="{4F10E57D-0FFA-DDAA-987F-D444D83562DA}"/>
                    </a:ext>
                  </a:extLst>
                </p:cNvPr>
                <p:cNvSpPr txBox="1"/>
                <p:nvPr/>
              </p:nvSpPr>
              <p:spPr>
                <a:xfrm>
                  <a:off x="6323" y="5827612"/>
                  <a:ext cx="1664360" cy="19424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zh-CN" altLang="en-US" sz="800" b="1" spc="0" baseline="0">
                      <a:ln/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  <a:rtl val="0"/>
                    </a:rPr>
                    <a:t>GSE8121 Pediatric septic shock</a:t>
                  </a:r>
                </a:p>
              </p:txBody>
            </p:sp>
          </p:grpSp>
        </p:grpSp>
        <p:sp>
          <p:nvSpPr>
            <p:cNvPr id="55" name="任意形状 54">
              <a:extLst>
                <a:ext uri="{FF2B5EF4-FFF2-40B4-BE49-F238E27FC236}">
                  <a16:creationId xmlns:a16="http://schemas.microsoft.com/office/drawing/2014/main" id="{962A87C7-D659-42F0-A870-150ACAC4B235}"/>
                </a:ext>
              </a:extLst>
            </p:cNvPr>
            <p:cNvSpPr/>
            <p:nvPr/>
          </p:nvSpPr>
          <p:spPr>
            <a:xfrm>
              <a:off x="1832380" y="3938758"/>
              <a:ext cx="15777" cy="2207041"/>
            </a:xfrm>
            <a:custGeom>
              <a:avLst/>
              <a:gdLst>
                <a:gd name="csX0" fmla="*/ 0 w 15777"/>
                <a:gd name="csY0" fmla="*/ 2207042 h 2207041"/>
                <a:gd name="csX1" fmla="*/ 0 w 15777"/>
                <a:gd name="csY1" fmla="*/ 0 h 22070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5777" h="2207041">
                  <a:moveTo>
                    <a:pt x="0" y="2207042"/>
                  </a:moveTo>
                  <a:lnTo>
                    <a:pt x="0" y="0"/>
                  </a:lnTo>
                </a:path>
              </a:pathLst>
            </a:custGeom>
            <a:noFill/>
            <a:ln w="12613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6" name="任意形状 55">
              <a:extLst>
                <a:ext uri="{FF2B5EF4-FFF2-40B4-BE49-F238E27FC236}">
                  <a16:creationId xmlns:a16="http://schemas.microsoft.com/office/drawing/2014/main" id="{4C98B515-ED4C-F340-D977-98419E297C1A}"/>
                </a:ext>
              </a:extLst>
            </p:cNvPr>
            <p:cNvSpPr/>
            <p:nvPr/>
          </p:nvSpPr>
          <p:spPr>
            <a:xfrm>
              <a:off x="1832380" y="6145800"/>
              <a:ext cx="6338921" cy="15777"/>
            </a:xfrm>
            <a:custGeom>
              <a:avLst/>
              <a:gdLst>
                <a:gd name="csX0" fmla="*/ 0 w 6338921"/>
                <a:gd name="csY0" fmla="*/ 0 h 15777"/>
                <a:gd name="csX1" fmla="*/ 6338922 w 6338921"/>
                <a:gd name="csY1" fmla="*/ 0 h 1577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6338921" h="15777">
                  <a:moveTo>
                    <a:pt x="0" y="0"/>
                  </a:moveTo>
                  <a:lnTo>
                    <a:pt x="6338922" y="0"/>
                  </a:lnTo>
                </a:path>
              </a:pathLst>
            </a:custGeom>
            <a:noFill/>
            <a:ln w="12613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3A42894C-37CA-92C5-3D09-34E54EF5130A}"/>
                </a:ext>
              </a:extLst>
            </p:cNvPr>
            <p:cNvSpPr txBox="1"/>
            <p:nvPr/>
          </p:nvSpPr>
          <p:spPr>
            <a:xfrm>
              <a:off x="-993622" y="3662215"/>
              <a:ext cx="265214" cy="24974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200" b="1" spc="0" baseline="0" dirty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b</a:t>
              </a:r>
            </a:p>
          </p:txBody>
        </p:sp>
        <p:sp>
          <p:nvSpPr>
            <p:cNvPr id="58" name="文本框 57">
              <a:extLst>
                <a:ext uri="{FF2B5EF4-FFF2-40B4-BE49-F238E27FC236}">
                  <a16:creationId xmlns:a16="http://schemas.microsoft.com/office/drawing/2014/main" id="{AFF64A03-0138-58D3-43A5-E511AEEB7AB7}"/>
                </a:ext>
              </a:extLst>
            </p:cNvPr>
            <p:cNvSpPr txBox="1"/>
            <p:nvPr/>
          </p:nvSpPr>
          <p:spPr>
            <a:xfrm>
              <a:off x="7538286" y="3982100"/>
              <a:ext cx="296953" cy="2060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606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93</a:t>
              </a:r>
            </a:p>
          </p:txBody>
        </p:sp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682115B5-D0F8-5149-238A-1E3933A055EB}"/>
                </a:ext>
              </a:extLst>
            </p:cNvPr>
            <p:cNvSpPr txBox="1"/>
            <p:nvPr/>
          </p:nvSpPr>
          <p:spPr>
            <a:xfrm>
              <a:off x="3541812" y="4361422"/>
              <a:ext cx="296953" cy="2060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606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28</a:t>
              </a:r>
            </a:p>
          </p:txBody>
        </p:sp>
        <p:sp>
          <p:nvSpPr>
            <p:cNvPr id="134" name="文本框 133">
              <a:extLst>
                <a:ext uri="{FF2B5EF4-FFF2-40B4-BE49-F238E27FC236}">
                  <a16:creationId xmlns:a16="http://schemas.microsoft.com/office/drawing/2014/main" id="{C1B85D3B-727F-CDF1-D69D-70627D682ECC}"/>
                </a:ext>
              </a:extLst>
            </p:cNvPr>
            <p:cNvSpPr txBox="1"/>
            <p:nvPr/>
          </p:nvSpPr>
          <p:spPr>
            <a:xfrm>
              <a:off x="3418729" y="4482154"/>
              <a:ext cx="296953" cy="2060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606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26</a:t>
              </a:r>
            </a:p>
          </p:txBody>
        </p:sp>
        <p:sp>
          <p:nvSpPr>
            <p:cNvPr id="139" name="文本框 138">
              <a:extLst>
                <a:ext uri="{FF2B5EF4-FFF2-40B4-BE49-F238E27FC236}">
                  <a16:creationId xmlns:a16="http://schemas.microsoft.com/office/drawing/2014/main" id="{CB0BDE07-C93A-1E32-424D-3279D23B3A74}"/>
                </a:ext>
              </a:extLst>
            </p:cNvPr>
            <p:cNvSpPr txBox="1"/>
            <p:nvPr/>
          </p:nvSpPr>
          <p:spPr>
            <a:xfrm>
              <a:off x="3049479" y="4716535"/>
              <a:ext cx="296953" cy="2060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606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20</a:t>
              </a:r>
            </a:p>
          </p:txBody>
        </p:sp>
        <p:sp>
          <p:nvSpPr>
            <p:cNvPr id="140" name="文本框 139">
              <a:extLst>
                <a:ext uri="{FF2B5EF4-FFF2-40B4-BE49-F238E27FC236}">
                  <a16:creationId xmlns:a16="http://schemas.microsoft.com/office/drawing/2014/main" id="{79E3A953-7E10-6D85-F862-AF60E2740010}"/>
                </a:ext>
              </a:extLst>
            </p:cNvPr>
            <p:cNvSpPr txBox="1"/>
            <p:nvPr/>
          </p:nvSpPr>
          <p:spPr>
            <a:xfrm>
              <a:off x="3726445" y="4837283"/>
              <a:ext cx="296953" cy="2060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606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31</a:t>
              </a:r>
            </a:p>
          </p:txBody>
        </p:sp>
        <p:sp>
          <p:nvSpPr>
            <p:cNvPr id="141" name="文本框 140">
              <a:extLst>
                <a:ext uri="{FF2B5EF4-FFF2-40B4-BE49-F238E27FC236}">
                  <a16:creationId xmlns:a16="http://schemas.microsoft.com/office/drawing/2014/main" id="{C2129F6D-A717-43F5-A7AC-4EF51B80E4B5}"/>
                </a:ext>
              </a:extLst>
            </p:cNvPr>
            <p:cNvSpPr txBox="1"/>
            <p:nvPr/>
          </p:nvSpPr>
          <p:spPr>
            <a:xfrm>
              <a:off x="3726445" y="5071647"/>
              <a:ext cx="296953" cy="2060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606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31</a:t>
              </a:r>
            </a:p>
          </p:txBody>
        </p:sp>
        <p:sp>
          <p:nvSpPr>
            <p:cNvPr id="143" name="文本框 142">
              <a:extLst>
                <a:ext uri="{FF2B5EF4-FFF2-40B4-BE49-F238E27FC236}">
                  <a16:creationId xmlns:a16="http://schemas.microsoft.com/office/drawing/2014/main" id="{F1FE0C99-7715-ABA3-4ACE-944902DBFA02}"/>
                </a:ext>
              </a:extLst>
            </p:cNvPr>
            <p:cNvSpPr txBox="1"/>
            <p:nvPr/>
          </p:nvSpPr>
          <p:spPr>
            <a:xfrm>
              <a:off x="3541812" y="5192396"/>
              <a:ext cx="296953" cy="2060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606" spc="0" baseline="0" dirty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28</a:t>
              </a:r>
            </a:p>
          </p:txBody>
        </p:sp>
        <p:sp>
          <p:nvSpPr>
            <p:cNvPr id="145" name="文本框 144">
              <a:extLst>
                <a:ext uri="{FF2B5EF4-FFF2-40B4-BE49-F238E27FC236}">
                  <a16:creationId xmlns:a16="http://schemas.microsoft.com/office/drawing/2014/main" id="{F0D06C00-56B6-5E9F-32D7-871D6A215565}"/>
                </a:ext>
              </a:extLst>
            </p:cNvPr>
            <p:cNvSpPr txBox="1"/>
            <p:nvPr/>
          </p:nvSpPr>
          <p:spPr>
            <a:xfrm>
              <a:off x="3726445" y="5547508"/>
              <a:ext cx="296953" cy="2060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606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31</a:t>
              </a:r>
            </a:p>
          </p:txBody>
        </p:sp>
        <p:sp>
          <p:nvSpPr>
            <p:cNvPr id="146" name="文本框 145">
              <a:extLst>
                <a:ext uri="{FF2B5EF4-FFF2-40B4-BE49-F238E27FC236}">
                  <a16:creationId xmlns:a16="http://schemas.microsoft.com/office/drawing/2014/main" id="{274763F3-7941-2770-4D5F-FEEAC819469A}"/>
                </a:ext>
              </a:extLst>
            </p:cNvPr>
            <p:cNvSpPr txBox="1"/>
            <p:nvPr/>
          </p:nvSpPr>
          <p:spPr>
            <a:xfrm>
              <a:off x="3664911" y="5902621"/>
              <a:ext cx="296953" cy="2060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606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30</a:t>
              </a:r>
            </a:p>
          </p:txBody>
        </p:sp>
        <p:sp>
          <p:nvSpPr>
            <p:cNvPr id="147" name="文本框 146">
              <a:extLst>
                <a:ext uri="{FF2B5EF4-FFF2-40B4-BE49-F238E27FC236}">
                  <a16:creationId xmlns:a16="http://schemas.microsoft.com/office/drawing/2014/main" id="{2C2F0FF1-A375-332F-90C7-E37FAB60E133}"/>
                </a:ext>
              </a:extLst>
            </p:cNvPr>
            <p:cNvSpPr txBox="1"/>
            <p:nvPr/>
          </p:nvSpPr>
          <p:spPr>
            <a:xfrm>
              <a:off x="-505247" y="3661710"/>
              <a:ext cx="3340597" cy="24974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200" b="1" spc="0" baseline="0" dirty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Cohort contributions to each primary window</a:t>
              </a:r>
            </a:p>
          </p:txBody>
        </p:sp>
        <p:grpSp>
          <p:nvGrpSpPr>
            <p:cNvPr id="148" name="图形 4">
              <a:extLst>
                <a:ext uri="{FF2B5EF4-FFF2-40B4-BE49-F238E27FC236}">
                  <a16:creationId xmlns:a16="http://schemas.microsoft.com/office/drawing/2014/main" id="{6F24329E-DC28-42FE-636B-45A7E65CAC13}"/>
                </a:ext>
              </a:extLst>
            </p:cNvPr>
            <p:cNvGrpSpPr/>
            <p:nvPr/>
          </p:nvGrpSpPr>
          <p:grpSpPr>
            <a:xfrm>
              <a:off x="6663457" y="5891363"/>
              <a:ext cx="1394277" cy="141014"/>
              <a:chOff x="6663457" y="5891363"/>
              <a:chExt cx="1394277" cy="141014"/>
            </a:xfrm>
          </p:grpSpPr>
          <p:sp>
            <p:nvSpPr>
              <p:cNvPr id="149" name="任意形状 148">
                <a:extLst>
                  <a:ext uri="{FF2B5EF4-FFF2-40B4-BE49-F238E27FC236}">
                    <a16:creationId xmlns:a16="http://schemas.microsoft.com/office/drawing/2014/main" id="{357C9B7E-39D8-5549-1F0B-DFA8EADD3B86}"/>
                  </a:ext>
                </a:extLst>
              </p:cNvPr>
              <p:cNvSpPr/>
              <p:nvPr/>
            </p:nvSpPr>
            <p:spPr>
              <a:xfrm>
                <a:off x="6663457" y="5917273"/>
                <a:ext cx="252446" cy="88355"/>
              </a:xfrm>
              <a:custGeom>
                <a:avLst/>
                <a:gdLst>
                  <a:gd name="csX0" fmla="*/ 0 w 252446"/>
                  <a:gd name="csY0" fmla="*/ 88356 h 88355"/>
                  <a:gd name="csX1" fmla="*/ 252446 w 252446"/>
                  <a:gd name="csY1" fmla="*/ 88356 h 88355"/>
                  <a:gd name="csX2" fmla="*/ 252446 w 252446"/>
                  <a:gd name="csY2" fmla="*/ 0 h 88355"/>
                  <a:gd name="csX3" fmla="*/ 0 w 252446"/>
                  <a:gd name="csY3" fmla="*/ 0 h 8835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52446" h="88355">
                    <a:moveTo>
                      <a:pt x="0" y="88356"/>
                    </a:moveTo>
                    <a:lnTo>
                      <a:pt x="252446" y="88356"/>
                    </a:lnTo>
                    <a:lnTo>
                      <a:pt x="25244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F6B8A"/>
              </a:solidFill>
              <a:ln w="15766" cap="flat">
                <a:noFill/>
                <a:prstDash val="solid"/>
                <a:round/>
              </a:ln>
            </p:spPr>
          </p:sp>
          <p:sp>
            <p:nvSpPr>
              <p:cNvPr id="150" name="文本框 149">
                <a:extLst>
                  <a:ext uri="{FF2B5EF4-FFF2-40B4-BE49-F238E27FC236}">
                    <a16:creationId xmlns:a16="http://schemas.microsoft.com/office/drawing/2014/main" id="{B023CB44-9946-3CD4-2F00-92AE0CDB4D21}"/>
                  </a:ext>
                </a:extLst>
              </p:cNvPr>
              <p:cNvSpPr txBox="1"/>
              <p:nvPr/>
            </p:nvSpPr>
            <p:spPr>
              <a:xfrm>
                <a:off x="6925441" y="5845643"/>
                <a:ext cx="400380" cy="2324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745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T24</a:t>
                </a:r>
              </a:p>
            </p:txBody>
          </p:sp>
          <p:sp>
            <p:nvSpPr>
              <p:cNvPr id="151" name="任意形状 150">
                <a:extLst>
                  <a:ext uri="{FF2B5EF4-FFF2-40B4-BE49-F238E27FC236}">
                    <a16:creationId xmlns:a16="http://schemas.microsoft.com/office/drawing/2014/main" id="{80A22ABC-65E9-9BCE-CF57-EB5FA4E59542}"/>
                  </a:ext>
                </a:extLst>
              </p:cNvPr>
              <p:cNvSpPr/>
              <p:nvPr/>
            </p:nvSpPr>
            <p:spPr>
              <a:xfrm>
                <a:off x="7486810" y="5917273"/>
                <a:ext cx="252446" cy="88355"/>
              </a:xfrm>
              <a:custGeom>
                <a:avLst/>
                <a:gdLst>
                  <a:gd name="csX0" fmla="*/ 0 w 252446"/>
                  <a:gd name="csY0" fmla="*/ 88356 h 88355"/>
                  <a:gd name="csX1" fmla="*/ 252446 w 252446"/>
                  <a:gd name="csY1" fmla="*/ 88356 h 88355"/>
                  <a:gd name="csX2" fmla="*/ 252446 w 252446"/>
                  <a:gd name="csY2" fmla="*/ 0 h 88355"/>
                  <a:gd name="csX3" fmla="*/ 0 w 252446"/>
                  <a:gd name="csY3" fmla="*/ 0 h 8835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52446" h="88355">
                    <a:moveTo>
                      <a:pt x="0" y="88356"/>
                    </a:moveTo>
                    <a:lnTo>
                      <a:pt x="252446" y="88356"/>
                    </a:lnTo>
                    <a:lnTo>
                      <a:pt x="25244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24745"/>
              </a:solidFill>
              <a:ln w="15766" cap="flat">
                <a:noFill/>
                <a:prstDash val="solid"/>
                <a:round/>
              </a:ln>
            </p:spPr>
          </p:sp>
          <p:sp>
            <p:nvSpPr>
              <p:cNvPr id="152" name="文本框 151">
                <a:extLst>
                  <a:ext uri="{FF2B5EF4-FFF2-40B4-BE49-F238E27FC236}">
                    <a16:creationId xmlns:a16="http://schemas.microsoft.com/office/drawing/2014/main" id="{C4D1AE15-54A1-34C3-FCBE-E99F14E0E0E3}"/>
                  </a:ext>
                </a:extLst>
              </p:cNvPr>
              <p:cNvSpPr txBox="1"/>
              <p:nvPr/>
            </p:nvSpPr>
            <p:spPr>
              <a:xfrm>
                <a:off x="7748794" y="5845643"/>
                <a:ext cx="400380" cy="2324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745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T48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2060812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主题​​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42</TotalTime>
  <Words>148</Words>
  <Application>Microsoft Macintosh PowerPoint</Application>
  <PresentationFormat>宽屏</PresentationFormat>
  <Paragraphs>46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Microsoft YaHei</vt:lpstr>
      <vt:lpstr>Aptos</vt:lpstr>
      <vt:lpstr>Aptos Display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Felix Lee</dc:creator>
  <cp:lastModifiedBy>Felix Lee</cp:lastModifiedBy>
  <cp:revision>2</cp:revision>
  <dcterms:created xsi:type="dcterms:W3CDTF">2026-07-18T08:26:37Z</dcterms:created>
  <dcterms:modified xsi:type="dcterms:W3CDTF">2026-07-22T14:35:31Z</dcterms:modified>
</cp:coreProperties>
</file>