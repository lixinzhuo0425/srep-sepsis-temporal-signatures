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</p:sldIdLst>
  <p:sldSz cx="12599988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6"/>
    <p:restoredTop sz="94637"/>
  </p:normalViewPr>
  <p:slideViewPr>
    <p:cSldViewPr snapToGrid="0">
      <p:cViewPr>
        <p:scale>
          <a:sx n="62" d="100"/>
          <a:sy n="62" d="100"/>
        </p:scale>
        <p:origin x="346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99" y="2474395"/>
            <a:ext cx="10709990" cy="5263774"/>
          </a:xfrm>
        </p:spPr>
        <p:txBody>
          <a:bodyPr anchor="b"/>
          <a:lstStyle>
            <a:lvl1pPr algn="ctr">
              <a:defRPr sz="8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7941160"/>
            <a:ext cx="9449991" cy="3650342"/>
          </a:xfrm>
        </p:spPr>
        <p:txBody>
          <a:bodyPr/>
          <a:lstStyle>
            <a:lvl1pPr marL="0" indent="0" algn="ctr">
              <a:buNone/>
              <a:defRPr sz="3307"/>
            </a:lvl1pPr>
            <a:lvl2pPr marL="630022" indent="0" algn="ctr">
              <a:buNone/>
              <a:defRPr sz="2756"/>
            </a:lvl2pPr>
            <a:lvl3pPr marL="1260043" indent="0" algn="ctr">
              <a:buNone/>
              <a:defRPr sz="2480"/>
            </a:lvl3pPr>
            <a:lvl4pPr marL="1890065" indent="0" algn="ctr">
              <a:buNone/>
              <a:defRPr sz="2205"/>
            </a:lvl4pPr>
            <a:lvl5pPr marL="2520086" indent="0" algn="ctr">
              <a:buNone/>
              <a:defRPr sz="2205"/>
            </a:lvl5pPr>
            <a:lvl6pPr marL="3150108" indent="0" algn="ctr">
              <a:buNone/>
              <a:defRPr sz="2205"/>
            </a:lvl6pPr>
            <a:lvl7pPr marL="3780130" indent="0" algn="ctr">
              <a:buNone/>
              <a:defRPr sz="2205"/>
            </a:lvl7pPr>
            <a:lvl8pPr marL="4410151" indent="0" algn="ctr">
              <a:buNone/>
              <a:defRPr sz="2205"/>
            </a:lvl8pPr>
            <a:lvl9pPr marL="5040173" indent="0" algn="ctr">
              <a:buNone/>
              <a:defRPr sz="220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74260-9B37-4548-ABD9-A796CB7B2DDC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73AC9-A919-B946-8425-3C3212D8B9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017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74260-9B37-4548-ABD9-A796CB7B2DDC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73AC9-A919-B946-8425-3C3212D8B9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1288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3769342"/>
            <a:ext cx="10867490" cy="6289229"/>
          </a:xfrm>
        </p:spPr>
        <p:txBody>
          <a:bodyPr anchor="b"/>
          <a:lstStyle>
            <a:lvl1pPr>
              <a:defRPr sz="8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10118069"/>
            <a:ext cx="10867490" cy="3307357"/>
          </a:xfrm>
        </p:spPr>
        <p:txBody>
          <a:bodyPr/>
          <a:lstStyle>
            <a:lvl1pPr marL="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1pPr>
            <a:lvl2pPr marL="630022" indent="0">
              <a:buNone/>
              <a:defRPr sz="2756">
                <a:solidFill>
                  <a:schemeClr val="tx1">
                    <a:tint val="82000"/>
                  </a:schemeClr>
                </a:solidFill>
              </a:defRPr>
            </a:lvl2pPr>
            <a:lvl3pPr marL="1260043" indent="0">
              <a:buNone/>
              <a:defRPr sz="2480">
                <a:solidFill>
                  <a:schemeClr val="tx1">
                    <a:tint val="82000"/>
                  </a:schemeClr>
                </a:solidFill>
              </a:defRPr>
            </a:lvl3pPr>
            <a:lvl4pPr marL="1890065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4pPr>
            <a:lvl5pPr marL="2520086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5pPr>
            <a:lvl6pPr marL="3150108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6pPr>
            <a:lvl7pPr marL="3780130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7pPr>
            <a:lvl8pPr marL="4410151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8pPr>
            <a:lvl9pPr marL="5040173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74260-9B37-4548-ABD9-A796CB7B2DDC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73AC9-A919-B946-8425-3C3212D8B9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2266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4024827"/>
            <a:ext cx="5354995" cy="959308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4024827"/>
            <a:ext cx="5354995" cy="959308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74260-9B37-4548-ABD9-A796CB7B2DDC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73AC9-A919-B946-8425-3C3212D8B9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2697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804969"/>
            <a:ext cx="10867490" cy="29223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2" y="3706342"/>
            <a:ext cx="5330385" cy="1816421"/>
          </a:xfrm>
        </p:spPr>
        <p:txBody>
          <a:bodyPr anchor="b"/>
          <a:lstStyle>
            <a:lvl1pPr marL="0" indent="0">
              <a:buNone/>
              <a:defRPr sz="3307" b="1"/>
            </a:lvl1pPr>
            <a:lvl2pPr marL="630022" indent="0">
              <a:buNone/>
              <a:defRPr sz="2756" b="1"/>
            </a:lvl2pPr>
            <a:lvl3pPr marL="1260043" indent="0">
              <a:buNone/>
              <a:defRPr sz="2480" b="1"/>
            </a:lvl3pPr>
            <a:lvl4pPr marL="1890065" indent="0">
              <a:buNone/>
              <a:defRPr sz="2205" b="1"/>
            </a:lvl4pPr>
            <a:lvl5pPr marL="2520086" indent="0">
              <a:buNone/>
              <a:defRPr sz="2205" b="1"/>
            </a:lvl5pPr>
            <a:lvl6pPr marL="3150108" indent="0">
              <a:buNone/>
              <a:defRPr sz="2205" b="1"/>
            </a:lvl6pPr>
            <a:lvl7pPr marL="3780130" indent="0">
              <a:buNone/>
              <a:defRPr sz="2205" b="1"/>
            </a:lvl7pPr>
            <a:lvl8pPr marL="4410151" indent="0">
              <a:buNone/>
              <a:defRPr sz="2205" b="1"/>
            </a:lvl8pPr>
            <a:lvl9pPr marL="5040173" indent="0">
              <a:buNone/>
              <a:defRPr sz="220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2" y="5522763"/>
            <a:ext cx="5330385" cy="81231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5" y="3706342"/>
            <a:ext cx="5356636" cy="1816421"/>
          </a:xfrm>
        </p:spPr>
        <p:txBody>
          <a:bodyPr anchor="b"/>
          <a:lstStyle>
            <a:lvl1pPr marL="0" indent="0">
              <a:buNone/>
              <a:defRPr sz="3307" b="1"/>
            </a:lvl1pPr>
            <a:lvl2pPr marL="630022" indent="0">
              <a:buNone/>
              <a:defRPr sz="2756" b="1"/>
            </a:lvl2pPr>
            <a:lvl3pPr marL="1260043" indent="0">
              <a:buNone/>
              <a:defRPr sz="2480" b="1"/>
            </a:lvl3pPr>
            <a:lvl4pPr marL="1890065" indent="0">
              <a:buNone/>
              <a:defRPr sz="2205" b="1"/>
            </a:lvl4pPr>
            <a:lvl5pPr marL="2520086" indent="0">
              <a:buNone/>
              <a:defRPr sz="2205" b="1"/>
            </a:lvl5pPr>
            <a:lvl6pPr marL="3150108" indent="0">
              <a:buNone/>
              <a:defRPr sz="2205" b="1"/>
            </a:lvl6pPr>
            <a:lvl7pPr marL="3780130" indent="0">
              <a:buNone/>
              <a:defRPr sz="2205" b="1"/>
            </a:lvl7pPr>
            <a:lvl8pPr marL="4410151" indent="0">
              <a:buNone/>
              <a:defRPr sz="2205" b="1"/>
            </a:lvl8pPr>
            <a:lvl9pPr marL="5040173" indent="0">
              <a:buNone/>
              <a:defRPr sz="220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5" y="5522763"/>
            <a:ext cx="5356636" cy="81231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74260-9B37-4548-ABD9-A796CB7B2DDC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73AC9-A919-B946-8425-3C3212D8B9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9230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74260-9B37-4548-ABD9-A796CB7B2DDC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73AC9-A919-B946-8425-3C3212D8B9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4061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74260-9B37-4548-ABD9-A796CB7B2DDC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73AC9-A919-B946-8425-3C3212D8B9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2225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1007957"/>
            <a:ext cx="4063824" cy="3527848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2176910"/>
            <a:ext cx="6378744" cy="10744538"/>
          </a:xfrm>
        </p:spPr>
        <p:txBody>
          <a:bodyPr/>
          <a:lstStyle>
            <a:lvl1pPr>
              <a:defRPr sz="4410"/>
            </a:lvl1pPr>
            <a:lvl2pPr>
              <a:defRPr sz="3858"/>
            </a:lvl2pPr>
            <a:lvl3pPr>
              <a:defRPr sz="3307"/>
            </a:lvl3pPr>
            <a:lvl4pPr>
              <a:defRPr sz="2756"/>
            </a:lvl4pPr>
            <a:lvl5pPr>
              <a:defRPr sz="2756"/>
            </a:lvl5pPr>
            <a:lvl6pPr>
              <a:defRPr sz="2756"/>
            </a:lvl6pPr>
            <a:lvl7pPr>
              <a:defRPr sz="2756"/>
            </a:lvl7pPr>
            <a:lvl8pPr>
              <a:defRPr sz="2756"/>
            </a:lvl8pPr>
            <a:lvl9pPr>
              <a:defRPr sz="275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4535805"/>
            <a:ext cx="4063824" cy="8403140"/>
          </a:xfrm>
        </p:spPr>
        <p:txBody>
          <a:bodyPr/>
          <a:lstStyle>
            <a:lvl1pPr marL="0" indent="0">
              <a:buNone/>
              <a:defRPr sz="2205"/>
            </a:lvl1pPr>
            <a:lvl2pPr marL="630022" indent="0">
              <a:buNone/>
              <a:defRPr sz="1929"/>
            </a:lvl2pPr>
            <a:lvl3pPr marL="1260043" indent="0">
              <a:buNone/>
              <a:defRPr sz="1654"/>
            </a:lvl3pPr>
            <a:lvl4pPr marL="1890065" indent="0">
              <a:buNone/>
              <a:defRPr sz="1378"/>
            </a:lvl4pPr>
            <a:lvl5pPr marL="2520086" indent="0">
              <a:buNone/>
              <a:defRPr sz="1378"/>
            </a:lvl5pPr>
            <a:lvl6pPr marL="3150108" indent="0">
              <a:buNone/>
              <a:defRPr sz="1378"/>
            </a:lvl6pPr>
            <a:lvl7pPr marL="3780130" indent="0">
              <a:buNone/>
              <a:defRPr sz="1378"/>
            </a:lvl7pPr>
            <a:lvl8pPr marL="4410151" indent="0">
              <a:buNone/>
              <a:defRPr sz="1378"/>
            </a:lvl8pPr>
            <a:lvl9pPr marL="5040173" indent="0">
              <a:buNone/>
              <a:defRPr sz="13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74260-9B37-4548-ABD9-A796CB7B2DDC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73AC9-A919-B946-8425-3C3212D8B9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08564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1007957"/>
            <a:ext cx="4063824" cy="3527848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2176910"/>
            <a:ext cx="6378744" cy="10744538"/>
          </a:xfrm>
        </p:spPr>
        <p:txBody>
          <a:bodyPr anchor="t"/>
          <a:lstStyle>
            <a:lvl1pPr marL="0" indent="0">
              <a:buNone/>
              <a:defRPr sz="4410"/>
            </a:lvl1pPr>
            <a:lvl2pPr marL="630022" indent="0">
              <a:buNone/>
              <a:defRPr sz="3858"/>
            </a:lvl2pPr>
            <a:lvl3pPr marL="1260043" indent="0">
              <a:buNone/>
              <a:defRPr sz="3307"/>
            </a:lvl3pPr>
            <a:lvl4pPr marL="1890065" indent="0">
              <a:buNone/>
              <a:defRPr sz="2756"/>
            </a:lvl4pPr>
            <a:lvl5pPr marL="2520086" indent="0">
              <a:buNone/>
              <a:defRPr sz="2756"/>
            </a:lvl5pPr>
            <a:lvl6pPr marL="3150108" indent="0">
              <a:buNone/>
              <a:defRPr sz="2756"/>
            </a:lvl6pPr>
            <a:lvl7pPr marL="3780130" indent="0">
              <a:buNone/>
              <a:defRPr sz="2756"/>
            </a:lvl7pPr>
            <a:lvl8pPr marL="4410151" indent="0">
              <a:buNone/>
              <a:defRPr sz="2756"/>
            </a:lvl8pPr>
            <a:lvl9pPr marL="5040173" indent="0">
              <a:buNone/>
              <a:defRPr sz="275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4535805"/>
            <a:ext cx="4063824" cy="8403140"/>
          </a:xfrm>
        </p:spPr>
        <p:txBody>
          <a:bodyPr/>
          <a:lstStyle>
            <a:lvl1pPr marL="0" indent="0">
              <a:buNone/>
              <a:defRPr sz="2205"/>
            </a:lvl1pPr>
            <a:lvl2pPr marL="630022" indent="0">
              <a:buNone/>
              <a:defRPr sz="1929"/>
            </a:lvl2pPr>
            <a:lvl3pPr marL="1260043" indent="0">
              <a:buNone/>
              <a:defRPr sz="1654"/>
            </a:lvl3pPr>
            <a:lvl4pPr marL="1890065" indent="0">
              <a:buNone/>
              <a:defRPr sz="1378"/>
            </a:lvl4pPr>
            <a:lvl5pPr marL="2520086" indent="0">
              <a:buNone/>
              <a:defRPr sz="1378"/>
            </a:lvl5pPr>
            <a:lvl6pPr marL="3150108" indent="0">
              <a:buNone/>
              <a:defRPr sz="1378"/>
            </a:lvl6pPr>
            <a:lvl7pPr marL="3780130" indent="0">
              <a:buNone/>
              <a:defRPr sz="1378"/>
            </a:lvl7pPr>
            <a:lvl8pPr marL="4410151" indent="0">
              <a:buNone/>
              <a:defRPr sz="1378"/>
            </a:lvl8pPr>
            <a:lvl9pPr marL="5040173" indent="0">
              <a:buNone/>
              <a:defRPr sz="13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74260-9B37-4548-ABD9-A796CB7B2DDC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73AC9-A919-B946-8425-3C3212D8B9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72840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74260-9B37-4548-ABD9-A796CB7B2DDC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73AC9-A919-B946-8425-3C3212D8B9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55474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804966"/>
            <a:ext cx="2716872" cy="128129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50" y="804966"/>
            <a:ext cx="7993117" cy="128129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74260-9B37-4548-ABD9-A796CB7B2DDC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73AC9-A919-B946-8425-3C3212D8B9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9016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804969"/>
            <a:ext cx="10867490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4024827"/>
            <a:ext cx="10867490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14013401"/>
            <a:ext cx="2834997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274260-9B37-4548-ABD9-A796CB7B2DDC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14013401"/>
            <a:ext cx="4252496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14013401"/>
            <a:ext cx="2834997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F73AC9-A919-B946-8425-3C3212D8B94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4908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260043" rtl="0" eaLnBrk="1" latinLnBrk="0" hangingPunct="1">
        <a:lnSpc>
          <a:spcPct val="90000"/>
        </a:lnSpc>
        <a:spcBef>
          <a:spcPct val="0"/>
        </a:spcBef>
        <a:buNone/>
        <a:defRPr sz="60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5011" indent="-315011" algn="l" defTabSz="1260043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3858" kern="1200">
          <a:solidFill>
            <a:schemeClr val="tx1"/>
          </a:solidFill>
          <a:latin typeface="+mn-lt"/>
          <a:ea typeface="+mn-ea"/>
          <a:cs typeface="+mn-cs"/>
        </a:defRPr>
      </a:lvl1pPr>
      <a:lvl2pPr marL="945032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2pPr>
      <a:lvl3pPr marL="1575054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3pPr>
      <a:lvl4pPr marL="2205076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4pPr>
      <a:lvl5pPr marL="2835097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5pPr>
      <a:lvl6pPr marL="3465119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4095140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725162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5355184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1pPr>
      <a:lvl2pPr marL="630022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2pPr>
      <a:lvl3pPr marL="1260043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890065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4pPr>
      <a:lvl5pPr marL="2520086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5pPr>
      <a:lvl6pPr marL="3150108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3780130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410151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5040173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图形 4">
            <a:extLst>
              <a:ext uri="{FF2B5EF4-FFF2-40B4-BE49-F238E27FC236}">
                <a16:creationId xmlns:a16="http://schemas.microsoft.com/office/drawing/2014/main" id="{37F5F6F2-B755-F7A2-13B9-4148ADDF2DD5}"/>
              </a:ext>
            </a:extLst>
          </p:cNvPr>
          <p:cNvGrpSpPr/>
          <p:nvPr/>
        </p:nvGrpSpPr>
        <p:grpSpPr>
          <a:xfrm>
            <a:off x="834588" y="552019"/>
            <a:ext cx="6327664" cy="5042781"/>
            <a:chOff x="754780" y="302638"/>
            <a:chExt cx="5545214" cy="4468972"/>
          </a:xfrm>
        </p:grpSpPr>
        <p:sp>
          <p:nvSpPr>
            <p:cNvPr id="9" name="任意形状 8">
              <a:extLst>
                <a:ext uri="{FF2B5EF4-FFF2-40B4-BE49-F238E27FC236}">
                  <a16:creationId xmlns:a16="http://schemas.microsoft.com/office/drawing/2014/main" id="{F6D03536-9E74-F2EA-5CDA-21538C8795A7}"/>
                </a:ext>
              </a:extLst>
            </p:cNvPr>
            <p:cNvSpPr/>
            <p:nvPr/>
          </p:nvSpPr>
          <p:spPr>
            <a:xfrm>
              <a:off x="1650746" y="1110518"/>
              <a:ext cx="3784146" cy="2941804"/>
            </a:xfrm>
            <a:custGeom>
              <a:avLst/>
              <a:gdLst>
                <a:gd name="csX0" fmla="*/ 0 w 3784146"/>
                <a:gd name="csY0" fmla="*/ 2941805 h 2941804"/>
                <a:gd name="csX1" fmla="*/ 3784147 w 3784146"/>
                <a:gd name="csY1" fmla="*/ 2941805 h 2941804"/>
                <a:gd name="csX2" fmla="*/ 3784147 w 3784146"/>
                <a:gd name="csY2" fmla="*/ 0 h 2941804"/>
                <a:gd name="csX3" fmla="*/ 0 w 3784146"/>
                <a:gd name="csY3" fmla="*/ 0 h 2941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84146" h="2941804">
                  <a:moveTo>
                    <a:pt x="0" y="2941805"/>
                  </a:moveTo>
                  <a:lnTo>
                    <a:pt x="3784147" y="2941805"/>
                  </a:lnTo>
                  <a:lnTo>
                    <a:pt x="37841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4690" cap="flat">
              <a:noFill/>
              <a:prstDash val="solid"/>
              <a:round/>
            </a:ln>
          </p:spPr>
        </p:sp>
        <p:sp>
          <p:nvSpPr>
            <p:cNvPr id="10" name="任意形状 9">
              <a:extLst>
                <a:ext uri="{FF2B5EF4-FFF2-40B4-BE49-F238E27FC236}">
                  <a16:creationId xmlns:a16="http://schemas.microsoft.com/office/drawing/2014/main" id="{36FF7808-2CD8-D9F1-E27D-51D26A8CF383}"/>
                </a:ext>
              </a:extLst>
            </p:cNvPr>
            <p:cNvSpPr/>
            <p:nvPr/>
          </p:nvSpPr>
          <p:spPr>
            <a:xfrm>
              <a:off x="3239229" y="1186407"/>
              <a:ext cx="115880" cy="115658"/>
            </a:xfrm>
            <a:custGeom>
              <a:avLst/>
              <a:gdLst>
                <a:gd name="csX0" fmla="*/ 58074 w 115880"/>
                <a:gd name="csY0" fmla="*/ 115687 h 115658"/>
                <a:gd name="csX1" fmla="*/ 99044 w 115880"/>
                <a:gd name="csY1" fmla="*/ 98749 h 115658"/>
                <a:gd name="csX2" fmla="*/ 116014 w 115880"/>
                <a:gd name="csY2" fmla="*/ 57857 h 115658"/>
                <a:gd name="csX3" fmla="*/ 99044 w 115880"/>
                <a:gd name="csY3" fmla="*/ 16966 h 115658"/>
                <a:gd name="csX4" fmla="*/ 58074 w 115880"/>
                <a:gd name="csY4" fmla="*/ 28 h 115658"/>
                <a:gd name="csX5" fmla="*/ 17104 w 115880"/>
                <a:gd name="csY5" fmla="*/ 16966 h 115658"/>
                <a:gd name="csX6" fmla="*/ 133 w 115880"/>
                <a:gd name="csY6" fmla="*/ 57857 h 115658"/>
                <a:gd name="csX7" fmla="*/ 17104 w 115880"/>
                <a:gd name="csY7" fmla="*/ 98749 h 115658"/>
                <a:gd name="csX8" fmla="*/ 58074 w 115880"/>
                <a:gd name="csY8" fmla="*/ 115687 h 115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5880" h="115658">
                  <a:moveTo>
                    <a:pt x="58074" y="115687"/>
                  </a:moveTo>
                  <a:cubicBezTo>
                    <a:pt x="73440" y="115687"/>
                    <a:pt x="88178" y="109593"/>
                    <a:pt x="99044" y="98749"/>
                  </a:cubicBezTo>
                  <a:cubicBezTo>
                    <a:pt x="109909" y="87904"/>
                    <a:pt x="116014" y="73194"/>
                    <a:pt x="116014" y="57857"/>
                  </a:cubicBezTo>
                  <a:cubicBezTo>
                    <a:pt x="116014" y="42521"/>
                    <a:pt x="109909" y="27810"/>
                    <a:pt x="99044" y="16966"/>
                  </a:cubicBezTo>
                  <a:cubicBezTo>
                    <a:pt x="88178" y="6121"/>
                    <a:pt x="73440" y="28"/>
                    <a:pt x="58074" y="28"/>
                  </a:cubicBezTo>
                  <a:cubicBezTo>
                    <a:pt x="42708" y="28"/>
                    <a:pt x="27969" y="6121"/>
                    <a:pt x="17104" y="16966"/>
                  </a:cubicBezTo>
                  <a:cubicBezTo>
                    <a:pt x="6239" y="27810"/>
                    <a:pt x="133" y="42521"/>
                    <a:pt x="133" y="57857"/>
                  </a:cubicBezTo>
                  <a:cubicBezTo>
                    <a:pt x="133" y="73194"/>
                    <a:pt x="6239" y="87904"/>
                    <a:pt x="17104" y="98749"/>
                  </a:cubicBezTo>
                  <a:cubicBezTo>
                    <a:pt x="27969" y="109593"/>
                    <a:pt x="42708" y="115687"/>
                    <a:pt x="58074" y="115687"/>
                  </a:cubicBezTo>
                  <a:close/>
                </a:path>
              </a:pathLst>
            </a:custGeom>
            <a:solidFill>
              <a:srgbClr val="B64342"/>
            </a:solidFill>
            <a:ln w="24690" cap="flat">
              <a:solidFill>
                <a:srgbClr val="B64342"/>
              </a:solidFill>
              <a:prstDash val="solid"/>
              <a:round/>
            </a:ln>
          </p:spPr>
        </p:sp>
        <p:sp>
          <p:nvSpPr>
            <p:cNvPr id="11" name="任意形状 10">
              <a:extLst>
                <a:ext uri="{FF2B5EF4-FFF2-40B4-BE49-F238E27FC236}">
                  <a16:creationId xmlns:a16="http://schemas.microsoft.com/office/drawing/2014/main" id="{5AA6E75D-818E-0D11-5DC5-41C885A119F8}"/>
                </a:ext>
              </a:extLst>
            </p:cNvPr>
            <p:cNvSpPr/>
            <p:nvPr/>
          </p:nvSpPr>
          <p:spPr>
            <a:xfrm>
              <a:off x="2383687" y="1568459"/>
              <a:ext cx="115880" cy="115658"/>
            </a:xfrm>
            <a:custGeom>
              <a:avLst/>
              <a:gdLst>
                <a:gd name="csX0" fmla="*/ 58039 w 115880"/>
                <a:gd name="csY0" fmla="*/ 115702 h 115658"/>
                <a:gd name="csX1" fmla="*/ 99009 w 115880"/>
                <a:gd name="csY1" fmla="*/ 98764 h 115658"/>
                <a:gd name="csX2" fmla="*/ 115980 w 115880"/>
                <a:gd name="csY2" fmla="*/ 57873 h 115658"/>
                <a:gd name="csX3" fmla="*/ 99009 w 115880"/>
                <a:gd name="csY3" fmla="*/ 16981 h 115658"/>
                <a:gd name="csX4" fmla="*/ 58039 w 115880"/>
                <a:gd name="csY4" fmla="*/ 43 h 115658"/>
                <a:gd name="csX5" fmla="*/ 17069 w 115880"/>
                <a:gd name="csY5" fmla="*/ 16981 h 115658"/>
                <a:gd name="csX6" fmla="*/ 99 w 115880"/>
                <a:gd name="csY6" fmla="*/ 57873 h 115658"/>
                <a:gd name="csX7" fmla="*/ 17069 w 115880"/>
                <a:gd name="csY7" fmla="*/ 98764 h 115658"/>
                <a:gd name="csX8" fmla="*/ 58039 w 115880"/>
                <a:gd name="csY8" fmla="*/ 115702 h 115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5880" h="115658">
                  <a:moveTo>
                    <a:pt x="58039" y="115702"/>
                  </a:moveTo>
                  <a:cubicBezTo>
                    <a:pt x="73405" y="115702"/>
                    <a:pt x="88144" y="109609"/>
                    <a:pt x="99009" y="98764"/>
                  </a:cubicBezTo>
                  <a:cubicBezTo>
                    <a:pt x="109875" y="87920"/>
                    <a:pt x="115980" y="73209"/>
                    <a:pt x="115980" y="57873"/>
                  </a:cubicBezTo>
                  <a:cubicBezTo>
                    <a:pt x="115980" y="42536"/>
                    <a:pt x="109875" y="27826"/>
                    <a:pt x="99009" y="16981"/>
                  </a:cubicBezTo>
                  <a:cubicBezTo>
                    <a:pt x="88144" y="6137"/>
                    <a:pt x="73405" y="43"/>
                    <a:pt x="58039" y="43"/>
                  </a:cubicBezTo>
                  <a:cubicBezTo>
                    <a:pt x="42673" y="43"/>
                    <a:pt x="27935" y="6137"/>
                    <a:pt x="17069" y="16981"/>
                  </a:cubicBezTo>
                  <a:cubicBezTo>
                    <a:pt x="6204" y="27826"/>
                    <a:pt x="99" y="42536"/>
                    <a:pt x="99" y="57873"/>
                  </a:cubicBezTo>
                  <a:cubicBezTo>
                    <a:pt x="99" y="73209"/>
                    <a:pt x="6204" y="87920"/>
                    <a:pt x="17069" y="98764"/>
                  </a:cubicBezTo>
                  <a:cubicBezTo>
                    <a:pt x="27935" y="109609"/>
                    <a:pt x="42673" y="115702"/>
                    <a:pt x="58039" y="115702"/>
                  </a:cubicBezTo>
                  <a:close/>
                </a:path>
              </a:pathLst>
            </a:custGeom>
            <a:solidFill>
              <a:srgbClr val="9A4D8E"/>
            </a:solidFill>
            <a:ln w="24690" cap="flat">
              <a:solidFill>
                <a:srgbClr val="9A4D8E"/>
              </a:solidFill>
              <a:prstDash val="solid"/>
              <a:round/>
            </a:ln>
          </p:spPr>
        </p:sp>
        <p:sp>
          <p:nvSpPr>
            <p:cNvPr id="12" name="任意形状 11">
              <a:extLst>
                <a:ext uri="{FF2B5EF4-FFF2-40B4-BE49-F238E27FC236}">
                  <a16:creationId xmlns:a16="http://schemas.microsoft.com/office/drawing/2014/main" id="{76D8EFD4-50FC-ADFA-7A53-007241FFE098}"/>
                </a:ext>
              </a:extLst>
            </p:cNvPr>
            <p:cNvSpPr/>
            <p:nvPr/>
          </p:nvSpPr>
          <p:spPr>
            <a:xfrm>
              <a:off x="2564042" y="1950508"/>
              <a:ext cx="115880" cy="115658"/>
            </a:xfrm>
            <a:custGeom>
              <a:avLst/>
              <a:gdLst>
                <a:gd name="csX0" fmla="*/ 58047 w 115880"/>
                <a:gd name="csY0" fmla="*/ 115718 h 115658"/>
                <a:gd name="csX1" fmla="*/ 99017 w 115880"/>
                <a:gd name="csY1" fmla="*/ 98780 h 115658"/>
                <a:gd name="csX2" fmla="*/ 115987 w 115880"/>
                <a:gd name="csY2" fmla="*/ 57888 h 115658"/>
                <a:gd name="csX3" fmla="*/ 99017 w 115880"/>
                <a:gd name="csY3" fmla="*/ 16997 h 115658"/>
                <a:gd name="csX4" fmla="*/ 58047 w 115880"/>
                <a:gd name="csY4" fmla="*/ 59 h 115658"/>
                <a:gd name="csX5" fmla="*/ 17077 w 115880"/>
                <a:gd name="csY5" fmla="*/ 16997 h 115658"/>
                <a:gd name="csX6" fmla="*/ 106 w 115880"/>
                <a:gd name="csY6" fmla="*/ 57888 h 115658"/>
                <a:gd name="csX7" fmla="*/ 17077 w 115880"/>
                <a:gd name="csY7" fmla="*/ 98780 h 115658"/>
                <a:gd name="csX8" fmla="*/ 58047 w 115880"/>
                <a:gd name="csY8" fmla="*/ 115718 h 115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5880" h="115658">
                  <a:moveTo>
                    <a:pt x="58047" y="115718"/>
                  </a:moveTo>
                  <a:cubicBezTo>
                    <a:pt x="73413" y="115718"/>
                    <a:pt x="88151" y="109624"/>
                    <a:pt x="99017" y="98780"/>
                  </a:cubicBezTo>
                  <a:cubicBezTo>
                    <a:pt x="109882" y="87935"/>
                    <a:pt x="115987" y="73225"/>
                    <a:pt x="115987" y="57888"/>
                  </a:cubicBezTo>
                  <a:cubicBezTo>
                    <a:pt x="115987" y="42552"/>
                    <a:pt x="109882" y="27841"/>
                    <a:pt x="99017" y="16997"/>
                  </a:cubicBezTo>
                  <a:cubicBezTo>
                    <a:pt x="88151" y="6152"/>
                    <a:pt x="73413" y="59"/>
                    <a:pt x="58047" y="59"/>
                  </a:cubicBezTo>
                  <a:cubicBezTo>
                    <a:pt x="42681" y="59"/>
                    <a:pt x="27942" y="6152"/>
                    <a:pt x="17077" y="16997"/>
                  </a:cubicBezTo>
                  <a:cubicBezTo>
                    <a:pt x="6211" y="27841"/>
                    <a:pt x="106" y="42552"/>
                    <a:pt x="106" y="57888"/>
                  </a:cubicBezTo>
                  <a:cubicBezTo>
                    <a:pt x="106" y="73225"/>
                    <a:pt x="6211" y="87935"/>
                    <a:pt x="17077" y="98780"/>
                  </a:cubicBezTo>
                  <a:cubicBezTo>
                    <a:pt x="27942" y="109624"/>
                    <a:pt x="42681" y="115718"/>
                    <a:pt x="58047" y="115718"/>
                  </a:cubicBezTo>
                  <a:close/>
                </a:path>
              </a:pathLst>
            </a:custGeom>
            <a:solidFill>
              <a:srgbClr val="9A4D8E"/>
            </a:solidFill>
            <a:ln w="24690" cap="flat">
              <a:solidFill>
                <a:srgbClr val="9A4D8E"/>
              </a:solidFill>
              <a:prstDash val="solid"/>
              <a:round/>
            </a:ln>
          </p:spPr>
        </p:sp>
        <p:sp>
          <p:nvSpPr>
            <p:cNvPr id="13" name="任意形状 12">
              <a:extLst>
                <a:ext uri="{FF2B5EF4-FFF2-40B4-BE49-F238E27FC236}">
                  <a16:creationId xmlns:a16="http://schemas.microsoft.com/office/drawing/2014/main" id="{E35B0541-D26B-8B38-D1D0-CF002723DB4E}"/>
                </a:ext>
              </a:extLst>
            </p:cNvPr>
            <p:cNvSpPr/>
            <p:nvPr/>
          </p:nvSpPr>
          <p:spPr>
            <a:xfrm>
              <a:off x="4899512" y="2332560"/>
              <a:ext cx="115880" cy="115658"/>
            </a:xfrm>
            <a:custGeom>
              <a:avLst/>
              <a:gdLst>
                <a:gd name="csX0" fmla="*/ 58141 w 115880"/>
                <a:gd name="csY0" fmla="*/ 115733 h 115658"/>
                <a:gd name="csX1" fmla="*/ 99111 w 115880"/>
                <a:gd name="csY1" fmla="*/ 98795 h 115658"/>
                <a:gd name="csX2" fmla="*/ 116082 w 115880"/>
                <a:gd name="csY2" fmla="*/ 57904 h 115658"/>
                <a:gd name="csX3" fmla="*/ 99111 w 115880"/>
                <a:gd name="csY3" fmla="*/ 17012 h 115658"/>
                <a:gd name="csX4" fmla="*/ 58141 w 115880"/>
                <a:gd name="csY4" fmla="*/ 74 h 115658"/>
                <a:gd name="csX5" fmla="*/ 17171 w 115880"/>
                <a:gd name="csY5" fmla="*/ 17012 h 115658"/>
                <a:gd name="csX6" fmla="*/ 201 w 115880"/>
                <a:gd name="csY6" fmla="*/ 57904 h 115658"/>
                <a:gd name="csX7" fmla="*/ 17171 w 115880"/>
                <a:gd name="csY7" fmla="*/ 98795 h 115658"/>
                <a:gd name="csX8" fmla="*/ 58141 w 115880"/>
                <a:gd name="csY8" fmla="*/ 115733 h 115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5880" h="115658">
                  <a:moveTo>
                    <a:pt x="58141" y="115733"/>
                  </a:moveTo>
                  <a:cubicBezTo>
                    <a:pt x="73507" y="115733"/>
                    <a:pt x="88246" y="109640"/>
                    <a:pt x="99111" y="98795"/>
                  </a:cubicBezTo>
                  <a:cubicBezTo>
                    <a:pt x="109976" y="87951"/>
                    <a:pt x="116082" y="73240"/>
                    <a:pt x="116082" y="57904"/>
                  </a:cubicBezTo>
                  <a:cubicBezTo>
                    <a:pt x="116082" y="42567"/>
                    <a:pt x="109976" y="27857"/>
                    <a:pt x="99111" y="17012"/>
                  </a:cubicBezTo>
                  <a:cubicBezTo>
                    <a:pt x="88246" y="6168"/>
                    <a:pt x="73507" y="74"/>
                    <a:pt x="58141" y="74"/>
                  </a:cubicBezTo>
                  <a:cubicBezTo>
                    <a:pt x="42775" y="74"/>
                    <a:pt x="28037" y="6168"/>
                    <a:pt x="17171" y="17012"/>
                  </a:cubicBezTo>
                  <a:cubicBezTo>
                    <a:pt x="6306" y="27857"/>
                    <a:pt x="201" y="42567"/>
                    <a:pt x="201" y="57904"/>
                  </a:cubicBezTo>
                  <a:cubicBezTo>
                    <a:pt x="201" y="73240"/>
                    <a:pt x="6306" y="87951"/>
                    <a:pt x="17171" y="98795"/>
                  </a:cubicBezTo>
                  <a:cubicBezTo>
                    <a:pt x="28037" y="109640"/>
                    <a:pt x="42775" y="115733"/>
                    <a:pt x="58141" y="115733"/>
                  </a:cubicBezTo>
                  <a:close/>
                </a:path>
              </a:pathLst>
            </a:custGeom>
            <a:solidFill>
              <a:srgbClr val="8F8F8F"/>
            </a:solidFill>
            <a:ln w="24690" cap="flat">
              <a:solidFill>
                <a:srgbClr val="8F8F8F"/>
              </a:solidFill>
              <a:prstDash val="solid"/>
              <a:round/>
            </a:ln>
          </p:spPr>
        </p:sp>
        <p:sp>
          <p:nvSpPr>
            <p:cNvPr id="14" name="任意形状 13">
              <a:extLst>
                <a:ext uri="{FF2B5EF4-FFF2-40B4-BE49-F238E27FC236}">
                  <a16:creationId xmlns:a16="http://schemas.microsoft.com/office/drawing/2014/main" id="{79429467-A851-9099-22E1-DE902B9A8626}"/>
                </a:ext>
              </a:extLst>
            </p:cNvPr>
            <p:cNvSpPr/>
            <p:nvPr/>
          </p:nvSpPr>
          <p:spPr>
            <a:xfrm>
              <a:off x="4152728" y="2714612"/>
              <a:ext cx="115880" cy="115658"/>
            </a:xfrm>
            <a:custGeom>
              <a:avLst/>
              <a:gdLst>
                <a:gd name="csX0" fmla="*/ 58111 w 115880"/>
                <a:gd name="csY0" fmla="*/ 115749 h 115658"/>
                <a:gd name="csX1" fmla="*/ 99081 w 115880"/>
                <a:gd name="csY1" fmla="*/ 98811 h 115658"/>
                <a:gd name="csX2" fmla="*/ 116051 w 115880"/>
                <a:gd name="csY2" fmla="*/ 57919 h 115658"/>
                <a:gd name="csX3" fmla="*/ 99081 w 115880"/>
                <a:gd name="csY3" fmla="*/ 17028 h 115658"/>
                <a:gd name="csX4" fmla="*/ 58111 w 115880"/>
                <a:gd name="csY4" fmla="*/ 90 h 115658"/>
                <a:gd name="csX5" fmla="*/ 17141 w 115880"/>
                <a:gd name="csY5" fmla="*/ 17028 h 115658"/>
                <a:gd name="csX6" fmla="*/ 170 w 115880"/>
                <a:gd name="csY6" fmla="*/ 57919 h 115658"/>
                <a:gd name="csX7" fmla="*/ 17141 w 115880"/>
                <a:gd name="csY7" fmla="*/ 98811 h 115658"/>
                <a:gd name="csX8" fmla="*/ 58111 w 115880"/>
                <a:gd name="csY8" fmla="*/ 115749 h 115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5880" h="115658">
                  <a:moveTo>
                    <a:pt x="58111" y="115749"/>
                  </a:moveTo>
                  <a:cubicBezTo>
                    <a:pt x="73477" y="115749"/>
                    <a:pt x="88215" y="109655"/>
                    <a:pt x="99081" y="98811"/>
                  </a:cubicBezTo>
                  <a:cubicBezTo>
                    <a:pt x="109946" y="87966"/>
                    <a:pt x="116051" y="73256"/>
                    <a:pt x="116051" y="57919"/>
                  </a:cubicBezTo>
                  <a:cubicBezTo>
                    <a:pt x="116051" y="42583"/>
                    <a:pt x="109946" y="27872"/>
                    <a:pt x="99081" y="17028"/>
                  </a:cubicBezTo>
                  <a:cubicBezTo>
                    <a:pt x="88215" y="6183"/>
                    <a:pt x="73477" y="90"/>
                    <a:pt x="58111" y="90"/>
                  </a:cubicBezTo>
                  <a:cubicBezTo>
                    <a:pt x="42745" y="90"/>
                    <a:pt x="28006" y="6183"/>
                    <a:pt x="17141" y="17028"/>
                  </a:cubicBezTo>
                  <a:cubicBezTo>
                    <a:pt x="6276" y="27872"/>
                    <a:pt x="170" y="42583"/>
                    <a:pt x="170" y="57919"/>
                  </a:cubicBezTo>
                  <a:cubicBezTo>
                    <a:pt x="170" y="73256"/>
                    <a:pt x="6276" y="87966"/>
                    <a:pt x="17141" y="98811"/>
                  </a:cubicBezTo>
                  <a:cubicBezTo>
                    <a:pt x="28006" y="109655"/>
                    <a:pt x="42745" y="115749"/>
                    <a:pt x="58111" y="115749"/>
                  </a:cubicBezTo>
                  <a:close/>
                </a:path>
              </a:pathLst>
            </a:custGeom>
            <a:solidFill>
              <a:srgbClr val="B64342"/>
            </a:solidFill>
            <a:ln w="24690" cap="flat">
              <a:solidFill>
                <a:srgbClr val="B64342"/>
              </a:solidFill>
              <a:prstDash val="solid"/>
              <a:round/>
            </a:ln>
          </p:spPr>
        </p:sp>
        <p:sp>
          <p:nvSpPr>
            <p:cNvPr id="15" name="任意形状 14">
              <a:extLst>
                <a:ext uri="{FF2B5EF4-FFF2-40B4-BE49-F238E27FC236}">
                  <a16:creationId xmlns:a16="http://schemas.microsoft.com/office/drawing/2014/main" id="{940819B3-07FE-6BDD-3365-94DFAECB0D86}"/>
                </a:ext>
              </a:extLst>
            </p:cNvPr>
            <p:cNvSpPr/>
            <p:nvPr/>
          </p:nvSpPr>
          <p:spPr>
            <a:xfrm>
              <a:off x="3553487" y="3096651"/>
              <a:ext cx="115880" cy="115658"/>
            </a:xfrm>
            <a:custGeom>
              <a:avLst/>
              <a:gdLst>
                <a:gd name="csX0" fmla="*/ 58087 w 115880"/>
                <a:gd name="csY0" fmla="*/ 115764 h 115658"/>
                <a:gd name="csX1" fmla="*/ 99057 w 115880"/>
                <a:gd name="csY1" fmla="*/ 98826 h 115658"/>
                <a:gd name="csX2" fmla="*/ 116027 w 115880"/>
                <a:gd name="csY2" fmla="*/ 57935 h 115658"/>
                <a:gd name="csX3" fmla="*/ 99057 w 115880"/>
                <a:gd name="csY3" fmla="*/ 17043 h 115658"/>
                <a:gd name="csX4" fmla="*/ 58087 w 115880"/>
                <a:gd name="csY4" fmla="*/ 105 h 115658"/>
                <a:gd name="csX5" fmla="*/ 17117 w 115880"/>
                <a:gd name="csY5" fmla="*/ 17043 h 115658"/>
                <a:gd name="csX6" fmla="*/ 146 w 115880"/>
                <a:gd name="csY6" fmla="*/ 57935 h 115658"/>
                <a:gd name="csX7" fmla="*/ 17117 w 115880"/>
                <a:gd name="csY7" fmla="*/ 98826 h 115658"/>
                <a:gd name="csX8" fmla="*/ 58087 w 115880"/>
                <a:gd name="csY8" fmla="*/ 115764 h 115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5880" h="115658">
                  <a:moveTo>
                    <a:pt x="58087" y="115764"/>
                  </a:moveTo>
                  <a:cubicBezTo>
                    <a:pt x="73453" y="115764"/>
                    <a:pt x="88191" y="109671"/>
                    <a:pt x="99057" y="98826"/>
                  </a:cubicBezTo>
                  <a:cubicBezTo>
                    <a:pt x="109922" y="87982"/>
                    <a:pt x="116027" y="73271"/>
                    <a:pt x="116027" y="57935"/>
                  </a:cubicBezTo>
                  <a:cubicBezTo>
                    <a:pt x="116027" y="42598"/>
                    <a:pt x="109922" y="27888"/>
                    <a:pt x="99057" y="17043"/>
                  </a:cubicBezTo>
                  <a:cubicBezTo>
                    <a:pt x="88191" y="6199"/>
                    <a:pt x="73453" y="105"/>
                    <a:pt x="58087" y="105"/>
                  </a:cubicBezTo>
                  <a:cubicBezTo>
                    <a:pt x="42721" y="105"/>
                    <a:pt x="27982" y="6199"/>
                    <a:pt x="17117" y="17043"/>
                  </a:cubicBezTo>
                  <a:cubicBezTo>
                    <a:pt x="6251" y="27888"/>
                    <a:pt x="146" y="42598"/>
                    <a:pt x="146" y="57935"/>
                  </a:cubicBezTo>
                  <a:cubicBezTo>
                    <a:pt x="146" y="73271"/>
                    <a:pt x="6251" y="87982"/>
                    <a:pt x="17117" y="98826"/>
                  </a:cubicBezTo>
                  <a:cubicBezTo>
                    <a:pt x="27982" y="109671"/>
                    <a:pt x="42721" y="115764"/>
                    <a:pt x="58087" y="115764"/>
                  </a:cubicBezTo>
                  <a:close/>
                </a:path>
              </a:pathLst>
            </a:custGeom>
            <a:solidFill>
              <a:srgbClr val="B64342"/>
            </a:solidFill>
            <a:ln w="24690" cap="flat">
              <a:solidFill>
                <a:srgbClr val="B64342"/>
              </a:solidFill>
              <a:prstDash val="solid"/>
              <a:round/>
            </a:ln>
          </p:spPr>
        </p:sp>
        <p:sp>
          <p:nvSpPr>
            <p:cNvPr id="16" name="任意形状 15">
              <a:extLst>
                <a:ext uri="{FF2B5EF4-FFF2-40B4-BE49-F238E27FC236}">
                  <a16:creationId xmlns:a16="http://schemas.microsoft.com/office/drawing/2014/main" id="{C98A9BF9-A046-6A79-78EB-18B4A3802179}"/>
                </a:ext>
              </a:extLst>
            </p:cNvPr>
            <p:cNvSpPr/>
            <p:nvPr/>
          </p:nvSpPr>
          <p:spPr>
            <a:xfrm>
              <a:off x="3380843" y="3478711"/>
              <a:ext cx="115880" cy="115658"/>
            </a:xfrm>
            <a:custGeom>
              <a:avLst/>
              <a:gdLst>
                <a:gd name="csX0" fmla="*/ 58080 w 115880"/>
                <a:gd name="csY0" fmla="*/ 115780 h 115658"/>
                <a:gd name="csX1" fmla="*/ 99050 w 115880"/>
                <a:gd name="csY1" fmla="*/ 98842 h 115658"/>
                <a:gd name="csX2" fmla="*/ 116020 w 115880"/>
                <a:gd name="csY2" fmla="*/ 57950 h 115658"/>
                <a:gd name="csX3" fmla="*/ 99050 w 115880"/>
                <a:gd name="csY3" fmla="*/ 17059 h 115658"/>
                <a:gd name="csX4" fmla="*/ 58080 w 115880"/>
                <a:gd name="csY4" fmla="*/ 121 h 115658"/>
                <a:gd name="csX5" fmla="*/ 17110 w 115880"/>
                <a:gd name="csY5" fmla="*/ 17059 h 115658"/>
                <a:gd name="csX6" fmla="*/ 139 w 115880"/>
                <a:gd name="csY6" fmla="*/ 57950 h 115658"/>
                <a:gd name="csX7" fmla="*/ 17110 w 115880"/>
                <a:gd name="csY7" fmla="*/ 98842 h 115658"/>
                <a:gd name="csX8" fmla="*/ 58080 w 115880"/>
                <a:gd name="csY8" fmla="*/ 115780 h 115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5880" h="115658">
                  <a:moveTo>
                    <a:pt x="58080" y="115780"/>
                  </a:moveTo>
                  <a:cubicBezTo>
                    <a:pt x="73446" y="115780"/>
                    <a:pt x="88184" y="109686"/>
                    <a:pt x="99050" y="98842"/>
                  </a:cubicBezTo>
                  <a:cubicBezTo>
                    <a:pt x="109915" y="87997"/>
                    <a:pt x="116020" y="73287"/>
                    <a:pt x="116020" y="57950"/>
                  </a:cubicBezTo>
                  <a:cubicBezTo>
                    <a:pt x="116020" y="42614"/>
                    <a:pt x="109915" y="27903"/>
                    <a:pt x="99050" y="17059"/>
                  </a:cubicBezTo>
                  <a:cubicBezTo>
                    <a:pt x="88184" y="6214"/>
                    <a:pt x="73446" y="121"/>
                    <a:pt x="58080" y="121"/>
                  </a:cubicBezTo>
                  <a:cubicBezTo>
                    <a:pt x="42714" y="121"/>
                    <a:pt x="27975" y="6214"/>
                    <a:pt x="17110" y="17059"/>
                  </a:cubicBezTo>
                  <a:cubicBezTo>
                    <a:pt x="6244" y="27903"/>
                    <a:pt x="139" y="42614"/>
                    <a:pt x="139" y="57950"/>
                  </a:cubicBezTo>
                  <a:cubicBezTo>
                    <a:pt x="139" y="73287"/>
                    <a:pt x="6244" y="87997"/>
                    <a:pt x="17110" y="98842"/>
                  </a:cubicBezTo>
                  <a:cubicBezTo>
                    <a:pt x="27975" y="109686"/>
                    <a:pt x="42714" y="115780"/>
                    <a:pt x="58080" y="115780"/>
                  </a:cubicBezTo>
                  <a:close/>
                </a:path>
              </a:pathLst>
            </a:custGeom>
            <a:solidFill>
              <a:srgbClr val="8F8F8F"/>
            </a:solidFill>
            <a:ln w="24690" cap="flat">
              <a:solidFill>
                <a:srgbClr val="8F8F8F"/>
              </a:solidFill>
              <a:prstDash val="solid"/>
              <a:round/>
            </a:ln>
          </p:spPr>
        </p:sp>
        <p:sp>
          <p:nvSpPr>
            <p:cNvPr id="17" name="任意形状 16">
              <a:extLst>
                <a:ext uri="{FF2B5EF4-FFF2-40B4-BE49-F238E27FC236}">
                  <a16:creationId xmlns:a16="http://schemas.microsoft.com/office/drawing/2014/main" id="{81FA801C-540C-C825-6682-00B3D0C48CD5}"/>
                </a:ext>
              </a:extLst>
            </p:cNvPr>
            <p:cNvSpPr/>
            <p:nvPr/>
          </p:nvSpPr>
          <p:spPr>
            <a:xfrm>
              <a:off x="4037203" y="3860770"/>
              <a:ext cx="115880" cy="115658"/>
            </a:xfrm>
            <a:custGeom>
              <a:avLst/>
              <a:gdLst>
                <a:gd name="csX0" fmla="*/ 58106 w 115880"/>
                <a:gd name="csY0" fmla="*/ 115795 h 115658"/>
                <a:gd name="csX1" fmla="*/ 99076 w 115880"/>
                <a:gd name="csY1" fmla="*/ 98857 h 115658"/>
                <a:gd name="csX2" fmla="*/ 116047 w 115880"/>
                <a:gd name="csY2" fmla="*/ 57966 h 115658"/>
                <a:gd name="csX3" fmla="*/ 99076 w 115880"/>
                <a:gd name="csY3" fmla="*/ 17074 h 115658"/>
                <a:gd name="csX4" fmla="*/ 58106 w 115880"/>
                <a:gd name="csY4" fmla="*/ 136 h 115658"/>
                <a:gd name="csX5" fmla="*/ 17136 w 115880"/>
                <a:gd name="csY5" fmla="*/ 17074 h 115658"/>
                <a:gd name="csX6" fmla="*/ 166 w 115880"/>
                <a:gd name="csY6" fmla="*/ 57966 h 115658"/>
                <a:gd name="csX7" fmla="*/ 17136 w 115880"/>
                <a:gd name="csY7" fmla="*/ 98857 h 115658"/>
                <a:gd name="csX8" fmla="*/ 58106 w 115880"/>
                <a:gd name="csY8" fmla="*/ 115795 h 115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5880" h="115658">
                  <a:moveTo>
                    <a:pt x="58106" y="115795"/>
                  </a:moveTo>
                  <a:cubicBezTo>
                    <a:pt x="73472" y="115795"/>
                    <a:pt x="88211" y="109702"/>
                    <a:pt x="99076" y="98857"/>
                  </a:cubicBezTo>
                  <a:cubicBezTo>
                    <a:pt x="109942" y="88013"/>
                    <a:pt x="116047" y="73302"/>
                    <a:pt x="116047" y="57966"/>
                  </a:cubicBezTo>
                  <a:cubicBezTo>
                    <a:pt x="116047" y="42629"/>
                    <a:pt x="109942" y="27919"/>
                    <a:pt x="99076" y="17074"/>
                  </a:cubicBezTo>
                  <a:cubicBezTo>
                    <a:pt x="88211" y="6230"/>
                    <a:pt x="73472" y="136"/>
                    <a:pt x="58106" y="136"/>
                  </a:cubicBezTo>
                  <a:cubicBezTo>
                    <a:pt x="42740" y="136"/>
                    <a:pt x="28002" y="6230"/>
                    <a:pt x="17136" y="17074"/>
                  </a:cubicBezTo>
                  <a:cubicBezTo>
                    <a:pt x="6271" y="27919"/>
                    <a:pt x="166" y="42629"/>
                    <a:pt x="166" y="57966"/>
                  </a:cubicBezTo>
                  <a:cubicBezTo>
                    <a:pt x="166" y="73302"/>
                    <a:pt x="6271" y="88013"/>
                    <a:pt x="17136" y="98857"/>
                  </a:cubicBezTo>
                  <a:cubicBezTo>
                    <a:pt x="28002" y="109702"/>
                    <a:pt x="42740" y="115795"/>
                    <a:pt x="58106" y="115795"/>
                  </a:cubicBezTo>
                  <a:close/>
                </a:path>
              </a:pathLst>
            </a:custGeom>
            <a:solidFill>
              <a:srgbClr val="B64342"/>
            </a:solidFill>
            <a:ln w="24690" cap="flat">
              <a:solidFill>
                <a:srgbClr val="B64342"/>
              </a:solidFill>
              <a:prstDash val="solid"/>
              <a:round/>
            </a:ln>
          </p:spPr>
        </p:sp>
        <p:grpSp>
          <p:nvGrpSpPr>
            <p:cNvPr id="18" name="图形 4">
              <a:extLst>
                <a:ext uri="{FF2B5EF4-FFF2-40B4-BE49-F238E27FC236}">
                  <a16:creationId xmlns:a16="http://schemas.microsoft.com/office/drawing/2014/main" id="{543A23E6-E91B-823C-CDA0-DBCE3ED03171}"/>
                </a:ext>
              </a:extLst>
            </p:cNvPr>
            <p:cNvGrpSpPr/>
            <p:nvPr/>
          </p:nvGrpSpPr>
          <p:grpSpPr>
            <a:xfrm>
              <a:off x="2467930" y="4052322"/>
              <a:ext cx="2793188" cy="719288"/>
              <a:chOff x="2467930" y="4052322"/>
              <a:chExt cx="2793188" cy="719288"/>
            </a:xfrm>
            <a:solidFill>
              <a:srgbClr val="000000"/>
            </a:solidFill>
          </p:grpSpPr>
          <p:grpSp>
            <p:nvGrpSpPr>
              <p:cNvPr id="19" name="图形 4">
                <a:extLst>
                  <a:ext uri="{FF2B5EF4-FFF2-40B4-BE49-F238E27FC236}">
                    <a16:creationId xmlns:a16="http://schemas.microsoft.com/office/drawing/2014/main" id="{1E69097F-81A9-3321-CE6C-F918645F3C2B}"/>
                  </a:ext>
                </a:extLst>
              </p:cNvPr>
              <p:cNvGrpSpPr/>
              <p:nvPr/>
            </p:nvGrpSpPr>
            <p:grpSpPr>
              <a:xfrm>
                <a:off x="2467930" y="4052322"/>
                <a:ext cx="427335" cy="343750"/>
                <a:chOff x="2467930" y="4052322"/>
                <a:chExt cx="427335" cy="343750"/>
              </a:xfrm>
              <a:solidFill>
                <a:srgbClr val="000000"/>
              </a:solidFill>
            </p:grpSpPr>
            <p:sp>
              <p:nvSpPr>
                <p:cNvPr id="20" name="任意形状 19">
                  <a:extLst>
                    <a:ext uri="{FF2B5EF4-FFF2-40B4-BE49-F238E27FC236}">
                      <a16:creationId xmlns:a16="http://schemas.microsoft.com/office/drawing/2014/main" id="{82C61869-E464-DBF5-640E-6F64674859A6}"/>
                    </a:ext>
                  </a:extLst>
                </p:cNvPr>
                <p:cNvSpPr/>
                <p:nvPr/>
              </p:nvSpPr>
              <p:spPr>
                <a:xfrm>
                  <a:off x="2710010" y="4052322"/>
                  <a:ext cx="24705" cy="86304"/>
                </a:xfrm>
                <a:custGeom>
                  <a:avLst/>
                  <a:gdLst>
                    <a:gd name="csX0" fmla="*/ 110 w 24705"/>
                    <a:gd name="csY0" fmla="*/ 142 h 86304"/>
                    <a:gd name="csX1" fmla="*/ 110 w 24705"/>
                    <a:gd name="csY1" fmla="*/ 86446 h 863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4705" h="86304">
                      <a:moveTo>
                        <a:pt x="110" y="142"/>
                      </a:moveTo>
                      <a:lnTo>
                        <a:pt x="110" y="86446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7D10082F-2CCC-254C-D93B-96233C04F13B}"/>
                    </a:ext>
                  </a:extLst>
                </p:cNvPr>
                <p:cNvSpPr txBox="1"/>
                <p:nvPr/>
              </p:nvSpPr>
              <p:spPr>
                <a:xfrm>
                  <a:off x="2467930" y="4150592"/>
                  <a:ext cx="427335" cy="2454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−0.5</a:t>
                  </a:r>
                </a:p>
              </p:txBody>
            </p:sp>
          </p:grpSp>
          <p:grpSp>
            <p:nvGrpSpPr>
              <p:cNvPr id="22" name="图形 4">
                <a:extLst>
                  <a:ext uri="{FF2B5EF4-FFF2-40B4-BE49-F238E27FC236}">
                    <a16:creationId xmlns:a16="http://schemas.microsoft.com/office/drawing/2014/main" id="{C1DFDB39-5787-7D0B-C3B5-D8BC7CA7A6C2}"/>
                  </a:ext>
                </a:extLst>
              </p:cNvPr>
              <p:cNvGrpSpPr/>
              <p:nvPr/>
            </p:nvGrpSpPr>
            <p:grpSpPr>
              <a:xfrm>
                <a:off x="3719033" y="4052322"/>
                <a:ext cx="348668" cy="343750"/>
                <a:chOff x="3719033" y="4052322"/>
                <a:chExt cx="348668" cy="343750"/>
              </a:xfrm>
              <a:solidFill>
                <a:srgbClr val="000000"/>
              </a:solidFill>
            </p:grpSpPr>
            <p:sp>
              <p:nvSpPr>
                <p:cNvPr id="23" name="任意形状 22">
                  <a:extLst>
                    <a:ext uri="{FF2B5EF4-FFF2-40B4-BE49-F238E27FC236}">
                      <a16:creationId xmlns:a16="http://schemas.microsoft.com/office/drawing/2014/main" id="{CC95EEF6-3D59-C152-4674-B7D8D412C271}"/>
                    </a:ext>
                  </a:extLst>
                </p:cNvPr>
                <p:cNvSpPr/>
                <p:nvPr/>
              </p:nvSpPr>
              <p:spPr>
                <a:xfrm>
                  <a:off x="3903402" y="4052322"/>
                  <a:ext cx="24705" cy="86304"/>
                </a:xfrm>
                <a:custGeom>
                  <a:avLst/>
                  <a:gdLst>
                    <a:gd name="csX0" fmla="*/ 158 w 24705"/>
                    <a:gd name="csY0" fmla="*/ 142 h 86304"/>
                    <a:gd name="csX1" fmla="*/ 158 w 24705"/>
                    <a:gd name="csY1" fmla="*/ 86446 h 863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4705" h="86304">
                      <a:moveTo>
                        <a:pt x="158" y="142"/>
                      </a:moveTo>
                      <a:lnTo>
                        <a:pt x="158" y="86446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7FDD9A71-44E2-0C16-DC54-91AD3F3E4F82}"/>
                    </a:ext>
                  </a:extLst>
                </p:cNvPr>
                <p:cNvSpPr txBox="1"/>
                <p:nvPr/>
              </p:nvSpPr>
              <p:spPr>
                <a:xfrm>
                  <a:off x="3719033" y="4150592"/>
                  <a:ext cx="348668" cy="2454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0.0</a:t>
                  </a:r>
                </a:p>
              </p:txBody>
            </p:sp>
          </p:grpSp>
          <p:grpSp>
            <p:nvGrpSpPr>
              <p:cNvPr id="25" name="图形 4">
                <a:extLst>
                  <a:ext uri="{FF2B5EF4-FFF2-40B4-BE49-F238E27FC236}">
                    <a16:creationId xmlns:a16="http://schemas.microsoft.com/office/drawing/2014/main" id="{45908E8D-90AA-B045-23CB-0DC48B318C79}"/>
                  </a:ext>
                </a:extLst>
              </p:cNvPr>
              <p:cNvGrpSpPr/>
              <p:nvPr/>
            </p:nvGrpSpPr>
            <p:grpSpPr>
              <a:xfrm>
                <a:off x="4912450" y="4052322"/>
                <a:ext cx="348668" cy="343750"/>
                <a:chOff x="4912450" y="4052322"/>
                <a:chExt cx="348668" cy="343750"/>
              </a:xfrm>
              <a:solidFill>
                <a:srgbClr val="000000"/>
              </a:solidFill>
            </p:grpSpPr>
            <p:sp>
              <p:nvSpPr>
                <p:cNvPr id="26" name="任意形状 25">
                  <a:extLst>
                    <a:ext uri="{FF2B5EF4-FFF2-40B4-BE49-F238E27FC236}">
                      <a16:creationId xmlns:a16="http://schemas.microsoft.com/office/drawing/2014/main" id="{EEA55CC7-A878-7C20-BC6E-3E546B610ECF}"/>
                    </a:ext>
                  </a:extLst>
                </p:cNvPr>
                <p:cNvSpPr/>
                <p:nvPr/>
              </p:nvSpPr>
              <p:spPr>
                <a:xfrm>
                  <a:off x="5096818" y="4052322"/>
                  <a:ext cx="24705" cy="86304"/>
                </a:xfrm>
                <a:custGeom>
                  <a:avLst/>
                  <a:gdLst>
                    <a:gd name="csX0" fmla="*/ 206 w 24705"/>
                    <a:gd name="csY0" fmla="*/ 142 h 86304"/>
                    <a:gd name="csX1" fmla="*/ 206 w 24705"/>
                    <a:gd name="csY1" fmla="*/ 86446 h 863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4705" h="86304">
                      <a:moveTo>
                        <a:pt x="206" y="142"/>
                      </a:moveTo>
                      <a:lnTo>
                        <a:pt x="206" y="86446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35A7B569-0E18-8538-D71B-5ABE5E7CF225}"/>
                    </a:ext>
                  </a:extLst>
                </p:cNvPr>
                <p:cNvSpPr txBox="1"/>
                <p:nvPr/>
              </p:nvSpPr>
              <p:spPr>
                <a:xfrm>
                  <a:off x="4912450" y="4150592"/>
                  <a:ext cx="348668" cy="2454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0.5</a:t>
                  </a:r>
                </a:p>
              </p:txBody>
            </p:sp>
          </p:grp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2C0C2F4-7FE4-11F1-1721-8733826F12A5}"/>
                  </a:ext>
                </a:extLst>
              </p:cNvPr>
              <p:cNvSpPr txBox="1"/>
              <p:nvPr/>
            </p:nvSpPr>
            <p:spPr>
              <a:xfrm>
                <a:off x="2658651" y="4471579"/>
                <a:ext cx="2228267" cy="3000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6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Leading gene contribution</a:t>
                </a:r>
              </a:p>
            </p:txBody>
          </p:sp>
        </p:grpSp>
        <p:grpSp>
          <p:nvGrpSpPr>
            <p:cNvPr id="29" name="图形 4">
              <a:extLst>
                <a:ext uri="{FF2B5EF4-FFF2-40B4-BE49-F238E27FC236}">
                  <a16:creationId xmlns:a16="http://schemas.microsoft.com/office/drawing/2014/main" id="{5BA169E8-2476-F503-ACD4-80E9D2929E55}"/>
                </a:ext>
              </a:extLst>
            </p:cNvPr>
            <p:cNvGrpSpPr/>
            <p:nvPr/>
          </p:nvGrpSpPr>
          <p:grpSpPr>
            <a:xfrm>
              <a:off x="884747" y="1102420"/>
              <a:ext cx="765999" cy="2919846"/>
              <a:chOff x="884747" y="1102420"/>
              <a:chExt cx="765999" cy="2919846"/>
            </a:xfrm>
            <a:solidFill>
              <a:srgbClr val="000000"/>
            </a:solidFill>
          </p:grpSpPr>
          <p:grpSp>
            <p:nvGrpSpPr>
              <p:cNvPr id="30" name="图形 4">
                <a:extLst>
                  <a:ext uri="{FF2B5EF4-FFF2-40B4-BE49-F238E27FC236}">
                    <a16:creationId xmlns:a16="http://schemas.microsoft.com/office/drawing/2014/main" id="{FACF3AC3-D2E0-5B17-C0A2-77490F8E6BED}"/>
                  </a:ext>
                </a:extLst>
              </p:cNvPr>
              <p:cNvGrpSpPr/>
              <p:nvPr/>
            </p:nvGrpSpPr>
            <p:grpSpPr>
              <a:xfrm>
                <a:off x="884747" y="1102420"/>
                <a:ext cx="765999" cy="245480"/>
                <a:chOff x="884747" y="1102420"/>
                <a:chExt cx="765999" cy="245480"/>
              </a:xfrm>
              <a:solidFill>
                <a:srgbClr val="000000"/>
              </a:solidFill>
            </p:grpSpPr>
            <p:sp>
              <p:nvSpPr>
                <p:cNvPr id="31" name="任意形状 30">
                  <a:extLst>
                    <a:ext uri="{FF2B5EF4-FFF2-40B4-BE49-F238E27FC236}">
                      <a16:creationId xmlns:a16="http://schemas.microsoft.com/office/drawing/2014/main" id="{5E82DBC4-00E1-1207-48F8-CE42B83172EB}"/>
                    </a:ext>
                  </a:extLst>
                </p:cNvPr>
                <p:cNvSpPr/>
                <p:nvPr/>
              </p:nvSpPr>
              <p:spPr>
                <a:xfrm>
                  <a:off x="1564276" y="1244236"/>
                  <a:ext cx="86470" cy="24658"/>
                </a:xfrm>
                <a:custGeom>
                  <a:avLst/>
                  <a:gdLst>
                    <a:gd name="csX0" fmla="*/ 86537 w 86470"/>
                    <a:gd name="csY0" fmla="*/ 28 h 24658"/>
                    <a:gd name="csX1" fmla="*/ 67 w 86470"/>
                    <a:gd name="csY1" fmla="*/ 28 h 24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6470" h="24658">
                      <a:moveTo>
                        <a:pt x="86537" y="28"/>
                      </a:moveTo>
                      <a:lnTo>
                        <a:pt x="67" y="28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9FCF626-B39C-14B9-A0B5-90C3944C25A1}"/>
                    </a:ext>
                  </a:extLst>
                </p:cNvPr>
                <p:cNvSpPr txBox="1"/>
                <p:nvPr/>
              </p:nvSpPr>
              <p:spPr>
                <a:xfrm>
                  <a:off x="884747" y="1102420"/>
                  <a:ext cx="618386" cy="2454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SIG001</a:t>
                  </a:r>
                </a:p>
              </p:txBody>
            </p:sp>
          </p:grpSp>
          <p:grpSp>
            <p:nvGrpSpPr>
              <p:cNvPr id="33" name="图形 4">
                <a:extLst>
                  <a:ext uri="{FF2B5EF4-FFF2-40B4-BE49-F238E27FC236}">
                    <a16:creationId xmlns:a16="http://schemas.microsoft.com/office/drawing/2014/main" id="{DEF79BA8-4744-672E-D6D8-F34E358A7F2C}"/>
                  </a:ext>
                </a:extLst>
              </p:cNvPr>
              <p:cNvGrpSpPr/>
              <p:nvPr/>
            </p:nvGrpSpPr>
            <p:grpSpPr>
              <a:xfrm>
                <a:off x="884747" y="1484472"/>
                <a:ext cx="765999" cy="245480"/>
                <a:chOff x="884747" y="1484472"/>
                <a:chExt cx="765999" cy="245480"/>
              </a:xfrm>
              <a:solidFill>
                <a:srgbClr val="000000"/>
              </a:solidFill>
            </p:grpSpPr>
            <p:sp>
              <p:nvSpPr>
                <p:cNvPr id="34" name="任意形状 33">
                  <a:extLst>
                    <a:ext uri="{FF2B5EF4-FFF2-40B4-BE49-F238E27FC236}">
                      <a16:creationId xmlns:a16="http://schemas.microsoft.com/office/drawing/2014/main" id="{2F9B639B-FC91-12FD-FA17-AB861F344241}"/>
                    </a:ext>
                  </a:extLst>
                </p:cNvPr>
                <p:cNvSpPr/>
                <p:nvPr/>
              </p:nvSpPr>
              <p:spPr>
                <a:xfrm>
                  <a:off x="1564276" y="1626288"/>
                  <a:ext cx="86470" cy="24658"/>
                </a:xfrm>
                <a:custGeom>
                  <a:avLst/>
                  <a:gdLst>
                    <a:gd name="csX0" fmla="*/ 86537 w 86470"/>
                    <a:gd name="csY0" fmla="*/ 43 h 24658"/>
                    <a:gd name="csX1" fmla="*/ 67 w 86470"/>
                    <a:gd name="csY1" fmla="*/ 43 h 24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6470" h="24658">
                      <a:moveTo>
                        <a:pt x="86537" y="43"/>
                      </a:moveTo>
                      <a:lnTo>
                        <a:pt x="67" y="43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CD31871F-A0BF-C2F9-27FA-C76C81C896F7}"/>
                    </a:ext>
                  </a:extLst>
                </p:cNvPr>
                <p:cNvSpPr txBox="1"/>
                <p:nvPr/>
              </p:nvSpPr>
              <p:spPr>
                <a:xfrm>
                  <a:off x="884747" y="1484472"/>
                  <a:ext cx="618386" cy="2454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SIG002</a:t>
                  </a:r>
                </a:p>
              </p:txBody>
            </p:sp>
          </p:grpSp>
          <p:grpSp>
            <p:nvGrpSpPr>
              <p:cNvPr id="36" name="图形 4">
                <a:extLst>
                  <a:ext uri="{FF2B5EF4-FFF2-40B4-BE49-F238E27FC236}">
                    <a16:creationId xmlns:a16="http://schemas.microsoft.com/office/drawing/2014/main" id="{101B67EC-22F5-ACAF-B1E0-05C9FBF734DB}"/>
                  </a:ext>
                </a:extLst>
              </p:cNvPr>
              <p:cNvGrpSpPr/>
              <p:nvPr/>
            </p:nvGrpSpPr>
            <p:grpSpPr>
              <a:xfrm>
                <a:off x="884747" y="1866521"/>
                <a:ext cx="765999" cy="245480"/>
                <a:chOff x="884747" y="1866521"/>
                <a:chExt cx="765999" cy="245480"/>
              </a:xfrm>
              <a:solidFill>
                <a:srgbClr val="000000"/>
              </a:solidFill>
            </p:grpSpPr>
            <p:sp>
              <p:nvSpPr>
                <p:cNvPr id="37" name="任意形状 36">
                  <a:extLst>
                    <a:ext uri="{FF2B5EF4-FFF2-40B4-BE49-F238E27FC236}">
                      <a16:creationId xmlns:a16="http://schemas.microsoft.com/office/drawing/2014/main" id="{A22A1A56-516C-41B8-829F-8ACB2800C0F9}"/>
                    </a:ext>
                  </a:extLst>
                </p:cNvPr>
                <p:cNvSpPr/>
                <p:nvPr/>
              </p:nvSpPr>
              <p:spPr>
                <a:xfrm>
                  <a:off x="1564276" y="2008337"/>
                  <a:ext cx="86470" cy="24658"/>
                </a:xfrm>
                <a:custGeom>
                  <a:avLst/>
                  <a:gdLst>
                    <a:gd name="csX0" fmla="*/ 86537 w 86470"/>
                    <a:gd name="csY0" fmla="*/ 59 h 24658"/>
                    <a:gd name="csX1" fmla="*/ 67 w 86470"/>
                    <a:gd name="csY1" fmla="*/ 59 h 24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6470" h="24658">
                      <a:moveTo>
                        <a:pt x="86537" y="59"/>
                      </a:moveTo>
                      <a:lnTo>
                        <a:pt x="67" y="59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6B2D43C5-C92F-EE3A-4BB7-95BB11B94EC9}"/>
                    </a:ext>
                  </a:extLst>
                </p:cNvPr>
                <p:cNvSpPr txBox="1"/>
                <p:nvPr/>
              </p:nvSpPr>
              <p:spPr>
                <a:xfrm>
                  <a:off x="884747" y="1866521"/>
                  <a:ext cx="618386" cy="2454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SIG003</a:t>
                  </a:r>
                </a:p>
              </p:txBody>
            </p:sp>
          </p:grpSp>
          <p:grpSp>
            <p:nvGrpSpPr>
              <p:cNvPr id="39" name="图形 4">
                <a:extLst>
                  <a:ext uri="{FF2B5EF4-FFF2-40B4-BE49-F238E27FC236}">
                    <a16:creationId xmlns:a16="http://schemas.microsoft.com/office/drawing/2014/main" id="{A7A3FEE5-BB36-8072-2D67-B36025B70035}"/>
                  </a:ext>
                </a:extLst>
              </p:cNvPr>
              <p:cNvGrpSpPr/>
              <p:nvPr/>
            </p:nvGrpSpPr>
            <p:grpSpPr>
              <a:xfrm>
                <a:off x="884747" y="2248573"/>
                <a:ext cx="765999" cy="245480"/>
                <a:chOff x="884747" y="2248573"/>
                <a:chExt cx="765999" cy="245480"/>
              </a:xfrm>
              <a:solidFill>
                <a:srgbClr val="000000"/>
              </a:solidFill>
            </p:grpSpPr>
            <p:sp>
              <p:nvSpPr>
                <p:cNvPr id="40" name="任意形状 39">
                  <a:extLst>
                    <a:ext uri="{FF2B5EF4-FFF2-40B4-BE49-F238E27FC236}">
                      <a16:creationId xmlns:a16="http://schemas.microsoft.com/office/drawing/2014/main" id="{7F6CBD4A-D69B-D5DA-BE1C-0A8B2F77170C}"/>
                    </a:ext>
                  </a:extLst>
                </p:cNvPr>
                <p:cNvSpPr/>
                <p:nvPr/>
              </p:nvSpPr>
              <p:spPr>
                <a:xfrm>
                  <a:off x="1564276" y="2390389"/>
                  <a:ext cx="86470" cy="24658"/>
                </a:xfrm>
                <a:custGeom>
                  <a:avLst/>
                  <a:gdLst>
                    <a:gd name="csX0" fmla="*/ 86537 w 86470"/>
                    <a:gd name="csY0" fmla="*/ 74 h 24658"/>
                    <a:gd name="csX1" fmla="*/ 67 w 86470"/>
                    <a:gd name="csY1" fmla="*/ 74 h 24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6470" h="24658">
                      <a:moveTo>
                        <a:pt x="86537" y="74"/>
                      </a:moveTo>
                      <a:lnTo>
                        <a:pt x="67" y="74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429113BC-FA8E-B357-30F6-2352DA1BEBAF}"/>
                    </a:ext>
                  </a:extLst>
                </p:cNvPr>
                <p:cNvSpPr txBox="1"/>
                <p:nvPr/>
              </p:nvSpPr>
              <p:spPr>
                <a:xfrm>
                  <a:off x="884747" y="2248573"/>
                  <a:ext cx="618386" cy="2454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SIG004</a:t>
                  </a:r>
                </a:p>
              </p:txBody>
            </p:sp>
          </p:grpSp>
          <p:grpSp>
            <p:nvGrpSpPr>
              <p:cNvPr id="42" name="图形 4">
                <a:extLst>
                  <a:ext uri="{FF2B5EF4-FFF2-40B4-BE49-F238E27FC236}">
                    <a16:creationId xmlns:a16="http://schemas.microsoft.com/office/drawing/2014/main" id="{C0A33E28-C0FA-A325-24B3-D98E6F143A97}"/>
                  </a:ext>
                </a:extLst>
              </p:cNvPr>
              <p:cNvGrpSpPr/>
              <p:nvPr/>
            </p:nvGrpSpPr>
            <p:grpSpPr>
              <a:xfrm>
                <a:off x="884747" y="2630625"/>
                <a:ext cx="765999" cy="245480"/>
                <a:chOff x="884747" y="2630625"/>
                <a:chExt cx="765999" cy="245480"/>
              </a:xfrm>
              <a:solidFill>
                <a:srgbClr val="000000"/>
              </a:solidFill>
            </p:grpSpPr>
            <p:sp>
              <p:nvSpPr>
                <p:cNvPr id="43" name="任意形状 42">
                  <a:extLst>
                    <a:ext uri="{FF2B5EF4-FFF2-40B4-BE49-F238E27FC236}">
                      <a16:creationId xmlns:a16="http://schemas.microsoft.com/office/drawing/2014/main" id="{AA715186-262C-3969-8570-5CCECC97A5C5}"/>
                    </a:ext>
                  </a:extLst>
                </p:cNvPr>
                <p:cNvSpPr/>
                <p:nvPr/>
              </p:nvSpPr>
              <p:spPr>
                <a:xfrm>
                  <a:off x="1564276" y="2772441"/>
                  <a:ext cx="86470" cy="24658"/>
                </a:xfrm>
                <a:custGeom>
                  <a:avLst/>
                  <a:gdLst>
                    <a:gd name="csX0" fmla="*/ 86537 w 86470"/>
                    <a:gd name="csY0" fmla="*/ 90 h 24658"/>
                    <a:gd name="csX1" fmla="*/ 67 w 86470"/>
                    <a:gd name="csY1" fmla="*/ 90 h 24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6470" h="24658">
                      <a:moveTo>
                        <a:pt x="86537" y="90"/>
                      </a:moveTo>
                      <a:lnTo>
                        <a:pt x="67" y="90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88379B08-76FC-8AA1-F886-885A7BEB88E3}"/>
                    </a:ext>
                  </a:extLst>
                </p:cNvPr>
                <p:cNvSpPr txBox="1"/>
                <p:nvPr/>
              </p:nvSpPr>
              <p:spPr>
                <a:xfrm>
                  <a:off x="884747" y="2630625"/>
                  <a:ext cx="618386" cy="2454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SIG022</a:t>
                  </a:r>
                </a:p>
              </p:txBody>
            </p:sp>
          </p:grpSp>
          <p:grpSp>
            <p:nvGrpSpPr>
              <p:cNvPr id="45" name="图形 4">
                <a:extLst>
                  <a:ext uri="{FF2B5EF4-FFF2-40B4-BE49-F238E27FC236}">
                    <a16:creationId xmlns:a16="http://schemas.microsoft.com/office/drawing/2014/main" id="{0079FF41-CBC7-D779-035F-52948473730E}"/>
                  </a:ext>
                </a:extLst>
              </p:cNvPr>
              <p:cNvGrpSpPr/>
              <p:nvPr/>
            </p:nvGrpSpPr>
            <p:grpSpPr>
              <a:xfrm>
                <a:off x="884747" y="3012667"/>
                <a:ext cx="765999" cy="245480"/>
                <a:chOff x="884747" y="3012667"/>
                <a:chExt cx="765999" cy="245480"/>
              </a:xfrm>
              <a:solidFill>
                <a:srgbClr val="000000"/>
              </a:solidFill>
            </p:grpSpPr>
            <p:sp>
              <p:nvSpPr>
                <p:cNvPr id="46" name="任意形状 45">
                  <a:extLst>
                    <a:ext uri="{FF2B5EF4-FFF2-40B4-BE49-F238E27FC236}">
                      <a16:creationId xmlns:a16="http://schemas.microsoft.com/office/drawing/2014/main" id="{1DC3F931-BAEB-ABC9-23BC-9B3DD699D137}"/>
                    </a:ext>
                  </a:extLst>
                </p:cNvPr>
                <p:cNvSpPr/>
                <p:nvPr/>
              </p:nvSpPr>
              <p:spPr>
                <a:xfrm>
                  <a:off x="1564276" y="3154481"/>
                  <a:ext cx="86470" cy="24658"/>
                </a:xfrm>
                <a:custGeom>
                  <a:avLst/>
                  <a:gdLst>
                    <a:gd name="csX0" fmla="*/ 86537 w 86470"/>
                    <a:gd name="csY0" fmla="*/ 105 h 24658"/>
                    <a:gd name="csX1" fmla="*/ 67 w 86470"/>
                    <a:gd name="csY1" fmla="*/ 105 h 24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6470" h="24658">
                      <a:moveTo>
                        <a:pt x="86537" y="105"/>
                      </a:moveTo>
                      <a:lnTo>
                        <a:pt x="67" y="105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E76E55DC-D6A4-D7E2-2877-645AA8275F60}"/>
                    </a:ext>
                  </a:extLst>
                </p:cNvPr>
                <p:cNvSpPr txBox="1"/>
                <p:nvPr/>
              </p:nvSpPr>
              <p:spPr>
                <a:xfrm>
                  <a:off x="884747" y="3012667"/>
                  <a:ext cx="618386" cy="2454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SIG023</a:t>
                  </a:r>
                </a:p>
              </p:txBody>
            </p:sp>
          </p:grpSp>
          <p:grpSp>
            <p:nvGrpSpPr>
              <p:cNvPr id="48" name="图形 4">
                <a:extLst>
                  <a:ext uri="{FF2B5EF4-FFF2-40B4-BE49-F238E27FC236}">
                    <a16:creationId xmlns:a16="http://schemas.microsoft.com/office/drawing/2014/main" id="{8861D423-B66D-30AF-3E8C-2E67B37FE518}"/>
                  </a:ext>
                </a:extLst>
              </p:cNvPr>
              <p:cNvGrpSpPr/>
              <p:nvPr/>
            </p:nvGrpSpPr>
            <p:grpSpPr>
              <a:xfrm>
                <a:off x="884747" y="3394726"/>
                <a:ext cx="765999" cy="245480"/>
                <a:chOff x="884747" y="3394726"/>
                <a:chExt cx="765999" cy="245480"/>
              </a:xfrm>
              <a:solidFill>
                <a:srgbClr val="000000"/>
              </a:solidFill>
            </p:grpSpPr>
            <p:sp>
              <p:nvSpPr>
                <p:cNvPr id="49" name="任意形状 48">
                  <a:extLst>
                    <a:ext uri="{FF2B5EF4-FFF2-40B4-BE49-F238E27FC236}">
                      <a16:creationId xmlns:a16="http://schemas.microsoft.com/office/drawing/2014/main" id="{0CEDAA7F-6F47-35C7-40A5-776521DDC242}"/>
                    </a:ext>
                  </a:extLst>
                </p:cNvPr>
                <p:cNvSpPr/>
                <p:nvPr/>
              </p:nvSpPr>
              <p:spPr>
                <a:xfrm>
                  <a:off x="1564276" y="3536540"/>
                  <a:ext cx="86470" cy="24658"/>
                </a:xfrm>
                <a:custGeom>
                  <a:avLst/>
                  <a:gdLst>
                    <a:gd name="csX0" fmla="*/ 86537 w 86470"/>
                    <a:gd name="csY0" fmla="*/ 121 h 24658"/>
                    <a:gd name="csX1" fmla="*/ 67 w 86470"/>
                    <a:gd name="csY1" fmla="*/ 121 h 24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6470" h="24658">
                      <a:moveTo>
                        <a:pt x="86537" y="121"/>
                      </a:moveTo>
                      <a:lnTo>
                        <a:pt x="67" y="121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ED2C3184-2FC2-BB5C-FB0F-A1A96E27DE86}"/>
                    </a:ext>
                  </a:extLst>
                </p:cNvPr>
                <p:cNvSpPr txBox="1"/>
                <p:nvPr/>
              </p:nvSpPr>
              <p:spPr>
                <a:xfrm>
                  <a:off x="884747" y="3394726"/>
                  <a:ext cx="618386" cy="2454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SIG033</a:t>
                  </a:r>
                </a:p>
              </p:txBody>
            </p:sp>
          </p:grpSp>
          <p:grpSp>
            <p:nvGrpSpPr>
              <p:cNvPr id="51" name="图形 4">
                <a:extLst>
                  <a:ext uri="{FF2B5EF4-FFF2-40B4-BE49-F238E27FC236}">
                    <a16:creationId xmlns:a16="http://schemas.microsoft.com/office/drawing/2014/main" id="{DD31F942-C557-092B-A52A-50965AA579EF}"/>
                  </a:ext>
                </a:extLst>
              </p:cNvPr>
              <p:cNvGrpSpPr/>
              <p:nvPr/>
            </p:nvGrpSpPr>
            <p:grpSpPr>
              <a:xfrm>
                <a:off x="884747" y="3776786"/>
                <a:ext cx="765999" cy="245480"/>
                <a:chOff x="884747" y="3776786"/>
                <a:chExt cx="765999" cy="245480"/>
              </a:xfrm>
              <a:solidFill>
                <a:srgbClr val="000000"/>
              </a:solidFill>
            </p:grpSpPr>
            <p:sp>
              <p:nvSpPr>
                <p:cNvPr id="52" name="任意形状 51">
                  <a:extLst>
                    <a:ext uri="{FF2B5EF4-FFF2-40B4-BE49-F238E27FC236}">
                      <a16:creationId xmlns:a16="http://schemas.microsoft.com/office/drawing/2014/main" id="{38124940-0F5B-D861-49A4-518A37572B13}"/>
                    </a:ext>
                  </a:extLst>
                </p:cNvPr>
                <p:cNvSpPr/>
                <p:nvPr/>
              </p:nvSpPr>
              <p:spPr>
                <a:xfrm>
                  <a:off x="1564276" y="3918599"/>
                  <a:ext cx="86470" cy="24658"/>
                </a:xfrm>
                <a:custGeom>
                  <a:avLst/>
                  <a:gdLst>
                    <a:gd name="csX0" fmla="*/ 86537 w 86470"/>
                    <a:gd name="csY0" fmla="*/ 136 h 24658"/>
                    <a:gd name="csX1" fmla="*/ 67 w 86470"/>
                    <a:gd name="csY1" fmla="*/ 136 h 24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6470" h="24658">
                      <a:moveTo>
                        <a:pt x="86537" y="136"/>
                      </a:moveTo>
                      <a:lnTo>
                        <a:pt x="67" y="136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3AF3041-312B-C395-8F0B-7F4485F94000}"/>
                    </a:ext>
                  </a:extLst>
                </p:cNvPr>
                <p:cNvSpPr txBox="1"/>
                <p:nvPr/>
              </p:nvSpPr>
              <p:spPr>
                <a:xfrm>
                  <a:off x="884747" y="3776786"/>
                  <a:ext cx="618386" cy="2454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SIG034</a:t>
                  </a:r>
                </a:p>
              </p:txBody>
            </p:sp>
          </p:grpSp>
        </p:grpSp>
        <p:sp>
          <p:nvSpPr>
            <p:cNvPr id="54" name="任意形状 53">
              <a:extLst>
                <a:ext uri="{FF2B5EF4-FFF2-40B4-BE49-F238E27FC236}">
                  <a16:creationId xmlns:a16="http://schemas.microsoft.com/office/drawing/2014/main" id="{9525A16E-CCA4-F71D-C003-EE2B5C2B7706}"/>
                </a:ext>
              </a:extLst>
            </p:cNvPr>
            <p:cNvSpPr/>
            <p:nvPr/>
          </p:nvSpPr>
          <p:spPr>
            <a:xfrm>
              <a:off x="2930831" y="1244236"/>
              <a:ext cx="732652" cy="24658"/>
            </a:xfrm>
            <a:custGeom>
              <a:avLst/>
              <a:gdLst>
                <a:gd name="csX0" fmla="*/ 0 w 732652"/>
                <a:gd name="csY0" fmla="*/ 0 h 24658"/>
                <a:gd name="csX1" fmla="*/ 732652 w 732652"/>
                <a:gd name="csY1" fmla="*/ 0 h 24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32652" h="24658">
                  <a:moveTo>
                    <a:pt x="0" y="0"/>
                  </a:moveTo>
                  <a:lnTo>
                    <a:pt x="732652" y="0"/>
                  </a:lnTo>
                </a:path>
              </a:pathLst>
            </a:custGeom>
            <a:noFill/>
            <a:ln w="32097" cap="sq">
              <a:solidFill>
                <a:srgbClr val="B64342"/>
              </a:solidFill>
              <a:prstDash val="solid"/>
              <a:round/>
            </a:ln>
          </p:spPr>
        </p:sp>
        <p:sp>
          <p:nvSpPr>
            <p:cNvPr id="55" name="任意形状 54">
              <a:extLst>
                <a:ext uri="{FF2B5EF4-FFF2-40B4-BE49-F238E27FC236}">
                  <a16:creationId xmlns:a16="http://schemas.microsoft.com/office/drawing/2014/main" id="{BBF2A07C-4715-140C-0D26-227E07294564}"/>
                </a:ext>
              </a:extLst>
            </p:cNvPr>
            <p:cNvSpPr/>
            <p:nvPr/>
          </p:nvSpPr>
          <p:spPr>
            <a:xfrm>
              <a:off x="1822753" y="1626288"/>
              <a:ext cx="1237758" cy="24658"/>
            </a:xfrm>
            <a:custGeom>
              <a:avLst/>
              <a:gdLst>
                <a:gd name="csX0" fmla="*/ 0 w 1237758"/>
                <a:gd name="csY0" fmla="*/ 0 h 24658"/>
                <a:gd name="csX1" fmla="*/ 1237759 w 1237758"/>
                <a:gd name="csY1" fmla="*/ 0 h 24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37758" h="24658">
                  <a:moveTo>
                    <a:pt x="0" y="0"/>
                  </a:moveTo>
                  <a:lnTo>
                    <a:pt x="1237759" y="0"/>
                  </a:lnTo>
                </a:path>
              </a:pathLst>
            </a:custGeom>
            <a:noFill/>
            <a:ln w="32097" cap="sq">
              <a:solidFill>
                <a:srgbClr val="9A4D8E"/>
              </a:solidFill>
              <a:prstDash val="solid"/>
              <a:round/>
            </a:ln>
          </p:spPr>
        </p:sp>
        <p:sp>
          <p:nvSpPr>
            <p:cNvPr id="56" name="任意形状 55">
              <a:extLst>
                <a:ext uri="{FF2B5EF4-FFF2-40B4-BE49-F238E27FC236}">
                  <a16:creationId xmlns:a16="http://schemas.microsoft.com/office/drawing/2014/main" id="{0FCB301B-8861-774E-ACF9-BCE50A03B667}"/>
                </a:ext>
              </a:extLst>
            </p:cNvPr>
            <p:cNvSpPr/>
            <p:nvPr/>
          </p:nvSpPr>
          <p:spPr>
            <a:xfrm>
              <a:off x="2232213" y="2008337"/>
              <a:ext cx="779553" cy="24658"/>
            </a:xfrm>
            <a:custGeom>
              <a:avLst/>
              <a:gdLst>
                <a:gd name="csX0" fmla="*/ 0 w 779553"/>
                <a:gd name="csY0" fmla="*/ 0 h 24658"/>
                <a:gd name="csX1" fmla="*/ 779554 w 779553"/>
                <a:gd name="csY1" fmla="*/ 0 h 24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79553" h="24658">
                  <a:moveTo>
                    <a:pt x="0" y="0"/>
                  </a:moveTo>
                  <a:lnTo>
                    <a:pt x="779554" y="0"/>
                  </a:lnTo>
                </a:path>
              </a:pathLst>
            </a:custGeom>
            <a:noFill/>
            <a:ln w="32097" cap="sq">
              <a:solidFill>
                <a:srgbClr val="9A4D8E"/>
              </a:solidFill>
              <a:prstDash val="solid"/>
              <a:round/>
            </a:ln>
          </p:spPr>
        </p:sp>
        <p:sp>
          <p:nvSpPr>
            <p:cNvPr id="57" name="任意形状 56">
              <a:extLst>
                <a:ext uri="{FF2B5EF4-FFF2-40B4-BE49-F238E27FC236}">
                  <a16:creationId xmlns:a16="http://schemas.microsoft.com/office/drawing/2014/main" id="{2148DE95-DE8C-69E8-5B69-C5C417C72152}"/>
                </a:ext>
              </a:extLst>
            </p:cNvPr>
            <p:cNvSpPr/>
            <p:nvPr/>
          </p:nvSpPr>
          <p:spPr>
            <a:xfrm>
              <a:off x="4652014" y="2390389"/>
              <a:ext cx="610877" cy="24658"/>
            </a:xfrm>
            <a:custGeom>
              <a:avLst/>
              <a:gdLst>
                <a:gd name="csX0" fmla="*/ 0 w 610877"/>
                <a:gd name="csY0" fmla="*/ 0 h 24658"/>
                <a:gd name="csX1" fmla="*/ 610877 w 610877"/>
                <a:gd name="csY1" fmla="*/ 0 h 24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10877" h="24658">
                  <a:moveTo>
                    <a:pt x="0" y="0"/>
                  </a:moveTo>
                  <a:lnTo>
                    <a:pt x="610877" y="0"/>
                  </a:lnTo>
                </a:path>
              </a:pathLst>
            </a:custGeom>
            <a:noFill/>
            <a:ln w="32097" cap="sq">
              <a:solidFill>
                <a:srgbClr val="8F8F8F"/>
              </a:solidFill>
              <a:prstDash val="solid"/>
              <a:round/>
            </a:ln>
          </p:spPr>
        </p:sp>
        <p:sp>
          <p:nvSpPr>
            <p:cNvPr id="58" name="任意形状 57">
              <a:extLst>
                <a:ext uri="{FF2B5EF4-FFF2-40B4-BE49-F238E27FC236}">
                  <a16:creationId xmlns:a16="http://schemas.microsoft.com/office/drawing/2014/main" id="{205911CB-5AFF-A4B0-0274-B189AACF8371}"/>
                </a:ext>
              </a:extLst>
            </p:cNvPr>
            <p:cNvSpPr/>
            <p:nvPr/>
          </p:nvSpPr>
          <p:spPr>
            <a:xfrm>
              <a:off x="4001731" y="2772441"/>
              <a:ext cx="417874" cy="24658"/>
            </a:xfrm>
            <a:custGeom>
              <a:avLst/>
              <a:gdLst>
                <a:gd name="csX0" fmla="*/ 0 w 417874"/>
                <a:gd name="csY0" fmla="*/ 0 h 24658"/>
                <a:gd name="csX1" fmla="*/ 417875 w 417874"/>
                <a:gd name="csY1" fmla="*/ 0 h 24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17874" h="24658">
                  <a:moveTo>
                    <a:pt x="0" y="0"/>
                  </a:moveTo>
                  <a:lnTo>
                    <a:pt x="417875" y="0"/>
                  </a:lnTo>
                </a:path>
              </a:pathLst>
            </a:custGeom>
            <a:noFill/>
            <a:ln w="32097" cap="sq">
              <a:solidFill>
                <a:srgbClr val="B64342"/>
              </a:solidFill>
              <a:prstDash val="solid"/>
              <a:round/>
            </a:ln>
          </p:spPr>
        </p:sp>
        <p:sp>
          <p:nvSpPr>
            <p:cNvPr id="59" name="任意形状 58">
              <a:extLst>
                <a:ext uri="{FF2B5EF4-FFF2-40B4-BE49-F238E27FC236}">
                  <a16:creationId xmlns:a16="http://schemas.microsoft.com/office/drawing/2014/main" id="{70CD9093-9D8E-889A-4167-04BCE0B7653F}"/>
                </a:ext>
              </a:extLst>
            </p:cNvPr>
            <p:cNvSpPr/>
            <p:nvPr/>
          </p:nvSpPr>
          <p:spPr>
            <a:xfrm>
              <a:off x="3270289" y="3154481"/>
              <a:ext cx="682252" cy="24658"/>
            </a:xfrm>
            <a:custGeom>
              <a:avLst/>
              <a:gdLst>
                <a:gd name="csX0" fmla="*/ 0 w 682252"/>
                <a:gd name="csY0" fmla="*/ 0 h 24658"/>
                <a:gd name="csX1" fmla="*/ 682252 w 682252"/>
                <a:gd name="csY1" fmla="*/ 0 h 24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82252" h="24658">
                  <a:moveTo>
                    <a:pt x="0" y="0"/>
                  </a:moveTo>
                  <a:lnTo>
                    <a:pt x="682252" y="0"/>
                  </a:lnTo>
                </a:path>
              </a:pathLst>
            </a:custGeom>
            <a:noFill/>
            <a:ln w="32097" cap="sq">
              <a:solidFill>
                <a:srgbClr val="B64342"/>
              </a:solidFill>
              <a:prstDash val="solid"/>
              <a:round/>
            </a:ln>
          </p:spPr>
        </p:sp>
        <p:sp>
          <p:nvSpPr>
            <p:cNvPr id="60" name="任意形状 59">
              <a:extLst>
                <a:ext uri="{FF2B5EF4-FFF2-40B4-BE49-F238E27FC236}">
                  <a16:creationId xmlns:a16="http://schemas.microsoft.com/office/drawing/2014/main" id="{9D4EB31D-6230-F0AF-A314-2638A489F8C0}"/>
                </a:ext>
              </a:extLst>
            </p:cNvPr>
            <p:cNvSpPr/>
            <p:nvPr/>
          </p:nvSpPr>
          <p:spPr>
            <a:xfrm>
              <a:off x="3061920" y="3536540"/>
              <a:ext cx="753751" cy="24658"/>
            </a:xfrm>
            <a:custGeom>
              <a:avLst/>
              <a:gdLst>
                <a:gd name="csX0" fmla="*/ 0 w 753751"/>
                <a:gd name="csY0" fmla="*/ 0 h 24658"/>
                <a:gd name="csX1" fmla="*/ 753751 w 753751"/>
                <a:gd name="csY1" fmla="*/ 0 h 24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53751" h="24658">
                  <a:moveTo>
                    <a:pt x="0" y="0"/>
                  </a:moveTo>
                  <a:lnTo>
                    <a:pt x="753751" y="0"/>
                  </a:lnTo>
                </a:path>
              </a:pathLst>
            </a:custGeom>
            <a:noFill/>
            <a:ln w="32097" cap="sq">
              <a:solidFill>
                <a:srgbClr val="8F8F8F"/>
              </a:solidFill>
              <a:prstDash val="solid"/>
              <a:round/>
            </a:ln>
          </p:spPr>
        </p:sp>
        <p:sp>
          <p:nvSpPr>
            <p:cNvPr id="61" name="任意形状 60">
              <a:extLst>
                <a:ext uri="{FF2B5EF4-FFF2-40B4-BE49-F238E27FC236}">
                  <a16:creationId xmlns:a16="http://schemas.microsoft.com/office/drawing/2014/main" id="{24C248A1-6E47-9BBA-76FB-5AA06B5EADA3}"/>
                </a:ext>
              </a:extLst>
            </p:cNvPr>
            <p:cNvSpPr/>
            <p:nvPr/>
          </p:nvSpPr>
          <p:spPr>
            <a:xfrm>
              <a:off x="3986932" y="3918599"/>
              <a:ext cx="216423" cy="24658"/>
            </a:xfrm>
            <a:custGeom>
              <a:avLst/>
              <a:gdLst>
                <a:gd name="csX0" fmla="*/ 0 w 216423"/>
                <a:gd name="csY0" fmla="*/ 0 h 24658"/>
                <a:gd name="csX1" fmla="*/ 216423 w 216423"/>
                <a:gd name="csY1" fmla="*/ 0 h 24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6423" h="24658">
                  <a:moveTo>
                    <a:pt x="0" y="0"/>
                  </a:moveTo>
                  <a:lnTo>
                    <a:pt x="216423" y="0"/>
                  </a:lnTo>
                </a:path>
              </a:pathLst>
            </a:custGeom>
            <a:noFill/>
            <a:ln w="32097" cap="sq">
              <a:solidFill>
                <a:srgbClr val="B64342"/>
              </a:solidFill>
              <a:prstDash val="solid"/>
              <a:round/>
            </a:ln>
          </p:spPr>
        </p:sp>
        <p:sp>
          <p:nvSpPr>
            <p:cNvPr id="62" name="任意形状 61">
              <a:extLst>
                <a:ext uri="{FF2B5EF4-FFF2-40B4-BE49-F238E27FC236}">
                  <a16:creationId xmlns:a16="http://schemas.microsoft.com/office/drawing/2014/main" id="{71FAC77C-7EE9-A8BA-A6D9-37994859EC46}"/>
                </a:ext>
              </a:extLst>
            </p:cNvPr>
            <p:cNvSpPr/>
            <p:nvPr/>
          </p:nvSpPr>
          <p:spPr>
            <a:xfrm>
              <a:off x="3903402" y="1110518"/>
              <a:ext cx="24705" cy="2941804"/>
            </a:xfrm>
            <a:custGeom>
              <a:avLst/>
              <a:gdLst>
                <a:gd name="csX0" fmla="*/ 0 w 24705"/>
                <a:gd name="csY0" fmla="*/ 2941805 h 2941804"/>
                <a:gd name="csX1" fmla="*/ 0 w 24705"/>
                <a:gd name="csY1" fmla="*/ 0 h 2941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4705" h="2941804">
                  <a:moveTo>
                    <a:pt x="0" y="2941805"/>
                  </a:moveTo>
                  <a:lnTo>
                    <a:pt x="0" y="0"/>
                  </a:lnTo>
                </a:path>
              </a:pathLst>
            </a:custGeom>
            <a:noFill/>
            <a:ln w="19752" cap="flat">
              <a:solidFill>
                <a:srgbClr val="767676"/>
              </a:solidFill>
              <a:custDash>
                <a:ds d="222000" sp="96000"/>
              </a:custDash>
              <a:round/>
            </a:ln>
          </p:spPr>
        </p:sp>
        <p:sp>
          <p:nvSpPr>
            <p:cNvPr id="63" name="任意形状 62">
              <a:extLst>
                <a:ext uri="{FF2B5EF4-FFF2-40B4-BE49-F238E27FC236}">
                  <a16:creationId xmlns:a16="http://schemas.microsoft.com/office/drawing/2014/main" id="{90A09E35-AA73-342B-7E4E-10E52DE2A663}"/>
                </a:ext>
              </a:extLst>
            </p:cNvPr>
            <p:cNvSpPr/>
            <p:nvPr/>
          </p:nvSpPr>
          <p:spPr>
            <a:xfrm>
              <a:off x="1650746" y="1110518"/>
              <a:ext cx="24705" cy="2941804"/>
            </a:xfrm>
            <a:custGeom>
              <a:avLst/>
              <a:gdLst>
                <a:gd name="csX0" fmla="*/ 0 w 24705"/>
                <a:gd name="csY0" fmla="*/ 2941805 h 2941804"/>
                <a:gd name="csX1" fmla="*/ 0 w 24705"/>
                <a:gd name="csY1" fmla="*/ 0 h 2941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4705" h="2941804">
                  <a:moveTo>
                    <a:pt x="0" y="2941805"/>
                  </a:moveTo>
                  <a:lnTo>
                    <a:pt x="0" y="0"/>
                  </a:lnTo>
                </a:path>
              </a:pathLst>
            </a:custGeom>
            <a:noFill/>
            <a:ln w="1975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4" name="任意形状 63">
              <a:extLst>
                <a:ext uri="{FF2B5EF4-FFF2-40B4-BE49-F238E27FC236}">
                  <a16:creationId xmlns:a16="http://schemas.microsoft.com/office/drawing/2014/main" id="{FD3D150E-20ED-848D-A258-8847F43193F7}"/>
                </a:ext>
              </a:extLst>
            </p:cNvPr>
            <p:cNvSpPr/>
            <p:nvPr/>
          </p:nvSpPr>
          <p:spPr>
            <a:xfrm>
              <a:off x="1650746" y="4052322"/>
              <a:ext cx="3784146" cy="24658"/>
            </a:xfrm>
            <a:custGeom>
              <a:avLst/>
              <a:gdLst>
                <a:gd name="csX0" fmla="*/ 0 w 3784146"/>
                <a:gd name="csY0" fmla="*/ 0 h 24658"/>
                <a:gd name="csX1" fmla="*/ 3784147 w 3784146"/>
                <a:gd name="csY1" fmla="*/ 0 h 24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784146" h="24658">
                  <a:moveTo>
                    <a:pt x="0" y="0"/>
                  </a:moveTo>
                  <a:lnTo>
                    <a:pt x="3784147" y="0"/>
                  </a:lnTo>
                </a:path>
              </a:pathLst>
            </a:custGeom>
            <a:noFill/>
            <a:ln w="1975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9478E0C6-CA6C-C5AE-DE15-CA5180FEB696}"/>
                </a:ext>
              </a:extLst>
            </p:cNvPr>
            <p:cNvSpPr txBox="1"/>
            <p:nvPr/>
          </p:nvSpPr>
          <p:spPr>
            <a:xfrm>
              <a:off x="2128429" y="1114168"/>
              <a:ext cx="812246" cy="245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CEACAM1</a:t>
              </a: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97A808E3-5D2F-4351-04E9-5AEE7934F46F}"/>
                </a:ext>
              </a:extLst>
            </p:cNvPr>
            <p:cNvSpPr txBox="1"/>
            <p:nvPr/>
          </p:nvSpPr>
          <p:spPr>
            <a:xfrm>
              <a:off x="3153724" y="1487512"/>
              <a:ext cx="587480" cy="245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PLAC8</a:t>
              </a: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36E44A22-8C4B-8109-C4F8-702EB8691404}"/>
                </a:ext>
              </a:extLst>
            </p:cNvPr>
            <p:cNvSpPr txBox="1"/>
            <p:nvPr/>
          </p:nvSpPr>
          <p:spPr>
            <a:xfrm>
              <a:off x="3059072" y="1836221"/>
              <a:ext cx="587480" cy="245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PLAC8</a:t>
              </a: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87D8EB81-4B07-CE4E-B140-FECE46A61E60}"/>
                </a:ext>
              </a:extLst>
            </p:cNvPr>
            <p:cNvSpPr txBox="1"/>
            <p:nvPr/>
          </p:nvSpPr>
          <p:spPr>
            <a:xfrm>
              <a:off x="4025730" y="2247488"/>
              <a:ext cx="594504" cy="245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NLRP1</a:t>
              </a: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4C0CE05D-5F3B-7483-7116-A24C42737F58}"/>
                </a:ext>
              </a:extLst>
            </p:cNvPr>
            <p:cNvSpPr txBox="1"/>
            <p:nvPr/>
          </p:nvSpPr>
          <p:spPr>
            <a:xfrm>
              <a:off x="4438790" y="2629540"/>
              <a:ext cx="423120" cy="245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HK3</a:t>
              </a: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E7107B5F-AB0A-2CB3-38EE-FBAFC60324E6}"/>
                </a:ext>
              </a:extLst>
            </p:cNvPr>
            <p:cNvSpPr txBox="1"/>
            <p:nvPr/>
          </p:nvSpPr>
          <p:spPr>
            <a:xfrm>
              <a:off x="2546377" y="3006769"/>
              <a:ext cx="678398" cy="245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FAM89A</a:t>
              </a: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6DCD0D5F-475B-0E28-1CF9-D5FEF326A2C4}"/>
                </a:ext>
              </a:extLst>
            </p:cNvPr>
            <p:cNvSpPr txBox="1"/>
            <p:nvPr/>
          </p:nvSpPr>
          <p:spPr>
            <a:xfrm>
              <a:off x="2630611" y="3393641"/>
              <a:ext cx="399071" cy="245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LTB</a:t>
              </a: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C5E61991-2CC4-447B-CF74-4043A585A6C9}"/>
                </a:ext>
              </a:extLst>
            </p:cNvPr>
            <p:cNvSpPr txBox="1"/>
            <p:nvPr/>
          </p:nvSpPr>
          <p:spPr>
            <a:xfrm>
              <a:off x="4212575" y="3780513"/>
              <a:ext cx="588492" cy="245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200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DEFA4</a:t>
              </a: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819C0842-E895-B6EE-CA18-EF9C3858C04C}"/>
                </a:ext>
              </a:extLst>
            </p:cNvPr>
            <p:cNvSpPr txBox="1"/>
            <p:nvPr/>
          </p:nvSpPr>
          <p:spPr>
            <a:xfrm>
              <a:off x="754780" y="30263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a</a:t>
              </a: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E275382-B9B8-5FF1-322B-2ACD14614325}"/>
                </a:ext>
              </a:extLst>
            </p:cNvPr>
            <p:cNvSpPr txBox="1"/>
            <p:nvPr/>
          </p:nvSpPr>
          <p:spPr>
            <a:xfrm>
              <a:off x="1133195" y="360694"/>
              <a:ext cx="51667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0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Mathematical driver and potential source</a:t>
              </a:r>
            </a:p>
          </p:txBody>
        </p:sp>
      </p:grpSp>
      <p:grpSp>
        <p:nvGrpSpPr>
          <p:cNvPr id="75" name="图形 4">
            <a:extLst>
              <a:ext uri="{FF2B5EF4-FFF2-40B4-BE49-F238E27FC236}">
                <a16:creationId xmlns:a16="http://schemas.microsoft.com/office/drawing/2014/main" id="{33DB2FC1-2474-DA4E-5C4F-6B9454078DFB}"/>
              </a:ext>
            </a:extLst>
          </p:cNvPr>
          <p:cNvGrpSpPr/>
          <p:nvPr/>
        </p:nvGrpSpPr>
        <p:grpSpPr>
          <a:xfrm>
            <a:off x="6371220" y="568645"/>
            <a:ext cx="6228768" cy="5122849"/>
            <a:chOff x="6371220" y="302638"/>
            <a:chExt cx="6228768" cy="5122849"/>
          </a:xfrm>
        </p:grpSpPr>
        <p:sp>
          <p:nvSpPr>
            <p:cNvPr id="76" name="任意形状 75">
              <a:extLst>
                <a:ext uri="{FF2B5EF4-FFF2-40B4-BE49-F238E27FC236}">
                  <a16:creationId xmlns:a16="http://schemas.microsoft.com/office/drawing/2014/main" id="{9372EF70-E74F-7DFF-8A79-B02A1D65242E}"/>
                </a:ext>
              </a:extLst>
            </p:cNvPr>
            <p:cNvSpPr/>
            <p:nvPr/>
          </p:nvSpPr>
          <p:spPr>
            <a:xfrm>
              <a:off x="7224808" y="1110518"/>
              <a:ext cx="4351763" cy="2941804"/>
            </a:xfrm>
            <a:custGeom>
              <a:avLst/>
              <a:gdLst>
                <a:gd name="csX0" fmla="*/ 0 w 4351763"/>
                <a:gd name="csY0" fmla="*/ 2941805 h 2941804"/>
                <a:gd name="csX1" fmla="*/ 4351764 w 4351763"/>
                <a:gd name="csY1" fmla="*/ 2941805 h 2941804"/>
                <a:gd name="csX2" fmla="*/ 4351764 w 4351763"/>
                <a:gd name="csY2" fmla="*/ 0 h 2941804"/>
                <a:gd name="csX3" fmla="*/ 0 w 4351763"/>
                <a:gd name="csY3" fmla="*/ 0 h 2941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51763" h="2941804">
                  <a:moveTo>
                    <a:pt x="0" y="2941805"/>
                  </a:moveTo>
                  <a:lnTo>
                    <a:pt x="4351764" y="2941805"/>
                  </a:lnTo>
                  <a:lnTo>
                    <a:pt x="43517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4690" cap="flat">
              <a:noFill/>
              <a:prstDash val="solid"/>
              <a:round/>
            </a:ln>
          </p:spPr>
        </p:sp>
        <p:sp>
          <p:nvSpPr>
            <p:cNvPr id="77" name="任意形状 76">
              <a:extLst>
                <a:ext uri="{FF2B5EF4-FFF2-40B4-BE49-F238E27FC236}">
                  <a16:creationId xmlns:a16="http://schemas.microsoft.com/office/drawing/2014/main" id="{34EF5DFC-6BF6-FAF4-E3C0-595008B46FA2}"/>
                </a:ext>
              </a:extLst>
            </p:cNvPr>
            <p:cNvSpPr/>
            <p:nvPr/>
          </p:nvSpPr>
          <p:spPr>
            <a:xfrm>
              <a:off x="7224808" y="1244236"/>
              <a:ext cx="2141306" cy="236790"/>
            </a:xfrm>
            <a:custGeom>
              <a:avLst/>
              <a:gdLst>
                <a:gd name="csX0" fmla="*/ 0 w 2141306"/>
                <a:gd name="csY0" fmla="*/ 236791 h 236790"/>
                <a:gd name="csX1" fmla="*/ 2141306 w 2141306"/>
                <a:gd name="csY1" fmla="*/ 236791 h 236790"/>
                <a:gd name="csX2" fmla="*/ 2141306 w 2141306"/>
                <a:gd name="csY2" fmla="*/ 0 h 236790"/>
                <a:gd name="csX3" fmla="*/ 0 w 2141306"/>
                <a:gd name="csY3" fmla="*/ 0 h 236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41306" h="236790">
                  <a:moveTo>
                    <a:pt x="0" y="236791"/>
                  </a:moveTo>
                  <a:lnTo>
                    <a:pt x="2141306" y="236791"/>
                  </a:lnTo>
                  <a:lnTo>
                    <a:pt x="214130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4342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8" name="任意形状 77">
              <a:extLst>
                <a:ext uri="{FF2B5EF4-FFF2-40B4-BE49-F238E27FC236}">
                  <a16:creationId xmlns:a16="http://schemas.microsoft.com/office/drawing/2014/main" id="{33D872CA-6875-D681-2624-A4A3FC628E16}"/>
                </a:ext>
              </a:extLst>
            </p:cNvPr>
            <p:cNvSpPr/>
            <p:nvPr/>
          </p:nvSpPr>
          <p:spPr>
            <a:xfrm>
              <a:off x="7224808" y="1592459"/>
              <a:ext cx="593656" cy="236793"/>
            </a:xfrm>
            <a:custGeom>
              <a:avLst/>
              <a:gdLst>
                <a:gd name="csX0" fmla="*/ 0 w 593656"/>
                <a:gd name="csY0" fmla="*/ 236793 h 236793"/>
                <a:gd name="csX1" fmla="*/ 593657 w 593656"/>
                <a:gd name="csY1" fmla="*/ 236793 h 236793"/>
                <a:gd name="csX2" fmla="*/ 593657 w 593656"/>
                <a:gd name="csY2" fmla="*/ 0 h 236793"/>
                <a:gd name="csX3" fmla="*/ 0 w 593656"/>
                <a:gd name="csY3" fmla="*/ 0 h 236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93656" h="236793">
                  <a:moveTo>
                    <a:pt x="0" y="236793"/>
                  </a:moveTo>
                  <a:lnTo>
                    <a:pt x="593657" y="236793"/>
                  </a:lnTo>
                  <a:lnTo>
                    <a:pt x="59365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4342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9" name="任意形状 78">
              <a:extLst>
                <a:ext uri="{FF2B5EF4-FFF2-40B4-BE49-F238E27FC236}">
                  <a16:creationId xmlns:a16="http://schemas.microsoft.com/office/drawing/2014/main" id="{AAC1A853-6FD1-AC30-2B11-B7D9BB5B0CC3}"/>
                </a:ext>
              </a:extLst>
            </p:cNvPr>
            <p:cNvSpPr/>
            <p:nvPr/>
          </p:nvSpPr>
          <p:spPr>
            <a:xfrm>
              <a:off x="7224808" y="1940684"/>
              <a:ext cx="24705" cy="236790"/>
            </a:xfrm>
            <a:custGeom>
              <a:avLst/>
              <a:gdLst>
                <a:gd name="csX0" fmla="*/ 0 w 24705"/>
                <a:gd name="csY0" fmla="*/ 236791 h 236790"/>
                <a:gd name="csX1" fmla="*/ 0 w 24705"/>
                <a:gd name="csY1" fmla="*/ 236791 h 236790"/>
                <a:gd name="csX2" fmla="*/ 0 w 24705"/>
                <a:gd name="csY2" fmla="*/ 0 h 236790"/>
                <a:gd name="csX3" fmla="*/ 0 w 24705"/>
                <a:gd name="csY3" fmla="*/ 0 h 236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90">
                  <a:moveTo>
                    <a:pt x="0" y="236791"/>
                  </a:moveTo>
                  <a:lnTo>
                    <a:pt x="0" y="23679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4342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0" name="任意形状 79">
              <a:extLst>
                <a:ext uri="{FF2B5EF4-FFF2-40B4-BE49-F238E27FC236}">
                  <a16:creationId xmlns:a16="http://schemas.microsoft.com/office/drawing/2014/main" id="{48C4ED07-8958-7EEC-F0EF-DA868B7834E4}"/>
                </a:ext>
              </a:extLst>
            </p:cNvPr>
            <p:cNvSpPr/>
            <p:nvPr/>
          </p:nvSpPr>
          <p:spPr>
            <a:xfrm>
              <a:off x="7224808" y="2288907"/>
              <a:ext cx="24705" cy="236793"/>
            </a:xfrm>
            <a:custGeom>
              <a:avLst/>
              <a:gdLst>
                <a:gd name="csX0" fmla="*/ 0 w 24705"/>
                <a:gd name="csY0" fmla="*/ 236793 h 236793"/>
                <a:gd name="csX1" fmla="*/ 0 w 24705"/>
                <a:gd name="csY1" fmla="*/ 236793 h 236793"/>
                <a:gd name="csX2" fmla="*/ 0 w 24705"/>
                <a:gd name="csY2" fmla="*/ 0 h 236793"/>
                <a:gd name="csX3" fmla="*/ 0 w 24705"/>
                <a:gd name="csY3" fmla="*/ 0 h 236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93">
                  <a:moveTo>
                    <a:pt x="0" y="236793"/>
                  </a:moveTo>
                  <a:lnTo>
                    <a:pt x="0" y="23679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4342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1" name="任意形状 80">
              <a:extLst>
                <a:ext uri="{FF2B5EF4-FFF2-40B4-BE49-F238E27FC236}">
                  <a16:creationId xmlns:a16="http://schemas.microsoft.com/office/drawing/2014/main" id="{B3B9B6F3-41E6-F3D7-4042-7B1A3A5246AF}"/>
                </a:ext>
              </a:extLst>
            </p:cNvPr>
            <p:cNvSpPr/>
            <p:nvPr/>
          </p:nvSpPr>
          <p:spPr>
            <a:xfrm>
              <a:off x="7224808" y="2637132"/>
              <a:ext cx="1208585" cy="236790"/>
            </a:xfrm>
            <a:custGeom>
              <a:avLst/>
              <a:gdLst>
                <a:gd name="csX0" fmla="*/ 0 w 1208585"/>
                <a:gd name="csY0" fmla="*/ 236791 h 236790"/>
                <a:gd name="csX1" fmla="*/ 1208585 w 1208585"/>
                <a:gd name="csY1" fmla="*/ 236791 h 236790"/>
                <a:gd name="csX2" fmla="*/ 1208585 w 1208585"/>
                <a:gd name="csY2" fmla="*/ 0 h 236790"/>
                <a:gd name="csX3" fmla="*/ 0 w 1208585"/>
                <a:gd name="csY3" fmla="*/ 0 h 236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08585" h="236790">
                  <a:moveTo>
                    <a:pt x="0" y="236791"/>
                  </a:moveTo>
                  <a:lnTo>
                    <a:pt x="1208585" y="236791"/>
                  </a:lnTo>
                  <a:lnTo>
                    <a:pt x="120858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4342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2" name="任意形状 81">
              <a:extLst>
                <a:ext uri="{FF2B5EF4-FFF2-40B4-BE49-F238E27FC236}">
                  <a16:creationId xmlns:a16="http://schemas.microsoft.com/office/drawing/2014/main" id="{128A5C11-0AB5-B674-A5F2-060B31ED2350}"/>
                </a:ext>
              </a:extLst>
            </p:cNvPr>
            <p:cNvSpPr/>
            <p:nvPr/>
          </p:nvSpPr>
          <p:spPr>
            <a:xfrm>
              <a:off x="7224808" y="2985355"/>
              <a:ext cx="3280492" cy="236788"/>
            </a:xfrm>
            <a:custGeom>
              <a:avLst/>
              <a:gdLst>
                <a:gd name="csX0" fmla="*/ 0 w 3280492"/>
                <a:gd name="csY0" fmla="*/ 236788 h 236788"/>
                <a:gd name="csX1" fmla="*/ 3280493 w 3280492"/>
                <a:gd name="csY1" fmla="*/ 236788 h 236788"/>
                <a:gd name="csX2" fmla="*/ 3280493 w 3280492"/>
                <a:gd name="csY2" fmla="*/ 0 h 236788"/>
                <a:gd name="csX3" fmla="*/ 0 w 3280492"/>
                <a:gd name="csY3" fmla="*/ 0 h 236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80492" h="236788">
                  <a:moveTo>
                    <a:pt x="0" y="236788"/>
                  </a:moveTo>
                  <a:lnTo>
                    <a:pt x="3280493" y="236788"/>
                  </a:lnTo>
                  <a:lnTo>
                    <a:pt x="32804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4342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3" name="任意形状 82">
              <a:extLst>
                <a:ext uri="{FF2B5EF4-FFF2-40B4-BE49-F238E27FC236}">
                  <a16:creationId xmlns:a16="http://schemas.microsoft.com/office/drawing/2014/main" id="{D96112D7-C819-D3D3-4153-F6C9B8D1E7AF}"/>
                </a:ext>
              </a:extLst>
            </p:cNvPr>
            <p:cNvSpPr/>
            <p:nvPr/>
          </p:nvSpPr>
          <p:spPr>
            <a:xfrm>
              <a:off x="7224808" y="3333576"/>
              <a:ext cx="24705" cy="236795"/>
            </a:xfrm>
            <a:custGeom>
              <a:avLst/>
              <a:gdLst>
                <a:gd name="csX0" fmla="*/ 0 w 24705"/>
                <a:gd name="csY0" fmla="*/ 236796 h 236795"/>
                <a:gd name="csX1" fmla="*/ 0 w 24705"/>
                <a:gd name="csY1" fmla="*/ 236796 h 236795"/>
                <a:gd name="csX2" fmla="*/ 0 w 24705"/>
                <a:gd name="csY2" fmla="*/ 0 h 236795"/>
                <a:gd name="csX3" fmla="*/ 0 w 24705"/>
                <a:gd name="csY3" fmla="*/ 0 h 236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95">
                  <a:moveTo>
                    <a:pt x="0" y="236796"/>
                  </a:moveTo>
                  <a:lnTo>
                    <a:pt x="0" y="2367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4342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4" name="任意形状 83">
              <a:extLst>
                <a:ext uri="{FF2B5EF4-FFF2-40B4-BE49-F238E27FC236}">
                  <a16:creationId xmlns:a16="http://schemas.microsoft.com/office/drawing/2014/main" id="{8FB58190-7CF8-9B33-F605-5DCF0C8CFCD0}"/>
                </a:ext>
              </a:extLst>
            </p:cNvPr>
            <p:cNvSpPr/>
            <p:nvPr/>
          </p:nvSpPr>
          <p:spPr>
            <a:xfrm>
              <a:off x="7224808" y="3681803"/>
              <a:ext cx="2514982" cy="236795"/>
            </a:xfrm>
            <a:custGeom>
              <a:avLst/>
              <a:gdLst>
                <a:gd name="csX0" fmla="*/ 0 w 2514982"/>
                <a:gd name="csY0" fmla="*/ 236796 h 236795"/>
                <a:gd name="csX1" fmla="*/ 2514982 w 2514982"/>
                <a:gd name="csY1" fmla="*/ 236796 h 236795"/>
                <a:gd name="csX2" fmla="*/ 2514982 w 2514982"/>
                <a:gd name="csY2" fmla="*/ 0 h 236795"/>
                <a:gd name="csX3" fmla="*/ 0 w 2514982"/>
                <a:gd name="csY3" fmla="*/ 0 h 236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14982" h="236795">
                  <a:moveTo>
                    <a:pt x="0" y="236796"/>
                  </a:moveTo>
                  <a:lnTo>
                    <a:pt x="2514982" y="236796"/>
                  </a:lnTo>
                  <a:lnTo>
                    <a:pt x="25149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4342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5" name="任意形状 84">
              <a:extLst>
                <a:ext uri="{FF2B5EF4-FFF2-40B4-BE49-F238E27FC236}">
                  <a16:creationId xmlns:a16="http://schemas.microsoft.com/office/drawing/2014/main" id="{3E6C535A-EFCD-43C9-B5ED-23F50DF3EB05}"/>
                </a:ext>
              </a:extLst>
            </p:cNvPr>
            <p:cNvSpPr/>
            <p:nvPr/>
          </p:nvSpPr>
          <p:spPr>
            <a:xfrm>
              <a:off x="9366114" y="1244236"/>
              <a:ext cx="24705" cy="236790"/>
            </a:xfrm>
            <a:custGeom>
              <a:avLst/>
              <a:gdLst>
                <a:gd name="csX0" fmla="*/ 0 w 24705"/>
                <a:gd name="csY0" fmla="*/ 236791 h 236790"/>
                <a:gd name="csX1" fmla="*/ 0 w 24705"/>
                <a:gd name="csY1" fmla="*/ 236791 h 236790"/>
                <a:gd name="csX2" fmla="*/ 0 w 24705"/>
                <a:gd name="csY2" fmla="*/ 0 h 236790"/>
                <a:gd name="csX3" fmla="*/ 0 w 24705"/>
                <a:gd name="csY3" fmla="*/ 0 h 236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90">
                  <a:moveTo>
                    <a:pt x="0" y="236791"/>
                  </a:moveTo>
                  <a:lnTo>
                    <a:pt x="0" y="23679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892B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6" name="任意形状 85">
              <a:extLst>
                <a:ext uri="{FF2B5EF4-FFF2-40B4-BE49-F238E27FC236}">
                  <a16:creationId xmlns:a16="http://schemas.microsoft.com/office/drawing/2014/main" id="{9E4EF82A-6B57-43AB-F59E-66B01B42038A}"/>
                </a:ext>
              </a:extLst>
            </p:cNvPr>
            <p:cNvSpPr/>
            <p:nvPr/>
          </p:nvSpPr>
          <p:spPr>
            <a:xfrm>
              <a:off x="7818465" y="1592459"/>
              <a:ext cx="653222" cy="236793"/>
            </a:xfrm>
            <a:custGeom>
              <a:avLst/>
              <a:gdLst>
                <a:gd name="csX0" fmla="*/ 0 w 653222"/>
                <a:gd name="csY0" fmla="*/ 236793 h 236793"/>
                <a:gd name="csX1" fmla="*/ 653223 w 653222"/>
                <a:gd name="csY1" fmla="*/ 236793 h 236793"/>
                <a:gd name="csX2" fmla="*/ 653223 w 653222"/>
                <a:gd name="csY2" fmla="*/ 0 h 236793"/>
                <a:gd name="csX3" fmla="*/ 0 w 653222"/>
                <a:gd name="csY3" fmla="*/ 0 h 236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53222" h="236793">
                  <a:moveTo>
                    <a:pt x="0" y="236793"/>
                  </a:moveTo>
                  <a:lnTo>
                    <a:pt x="653223" y="236793"/>
                  </a:lnTo>
                  <a:lnTo>
                    <a:pt x="65322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892B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7" name="任意形状 86">
              <a:extLst>
                <a:ext uri="{FF2B5EF4-FFF2-40B4-BE49-F238E27FC236}">
                  <a16:creationId xmlns:a16="http://schemas.microsoft.com/office/drawing/2014/main" id="{BE59DF01-BE9F-73D3-F808-D0F76F8084CC}"/>
                </a:ext>
              </a:extLst>
            </p:cNvPr>
            <p:cNvSpPr/>
            <p:nvPr/>
          </p:nvSpPr>
          <p:spPr>
            <a:xfrm>
              <a:off x="7224808" y="1940684"/>
              <a:ext cx="24705" cy="236790"/>
            </a:xfrm>
            <a:custGeom>
              <a:avLst/>
              <a:gdLst>
                <a:gd name="csX0" fmla="*/ 0 w 24705"/>
                <a:gd name="csY0" fmla="*/ 236791 h 236790"/>
                <a:gd name="csX1" fmla="*/ 0 w 24705"/>
                <a:gd name="csY1" fmla="*/ 236791 h 236790"/>
                <a:gd name="csX2" fmla="*/ 0 w 24705"/>
                <a:gd name="csY2" fmla="*/ 0 h 236790"/>
                <a:gd name="csX3" fmla="*/ 0 w 24705"/>
                <a:gd name="csY3" fmla="*/ 0 h 236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90">
                  <a:moveTo>
                    <a:pt x="0" y="236791"/>
                  </a:moveTo>
                  <a:lnTo>
                    <a:pt x="0" y="23679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892B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8" name="任意形状 87">
              <a:extLst>
                <a:ext uri="{FF2B5EF4-FFF2-40B4-BE49-F238E27FC236}">
                  <a16:creationId xmlns:a16="http://schemas.microsoft.com/office/drawing/2014/main" id="{551164C1-0627-0237-466B-E56A32FBCD19}"/>
                </a:ext>
              </a:extLst>
            </p:cNvPr>
            <p:cNvSpPr/>
            <p:nvPr/>
          </p:nvSpPr>
          <p:spPr>
            <a:xfrm>
              <a:off x="7224808" y="2288907"/>
              <a:ext cx="24705" cy="236793"/>
            </a:xfrm>
            <a:custGeom>
              <a:avLst/>
              <a:gdLst>
                <a:gd name="csX0" fmla="*/ 0 w 24705"/>
                <a:gd name="csY0" fmla="*/ 236793 h 236793"/>
                <a:gd name="csX1" fmla="*/ 0 w 24705"/>
                <a:gd name="csY1" fmla="*/ 236793 h 236793"/>
                <a:gd name="csX2" fmla="*/ 0 w 24705"/>
                <a:gd name="csY2" fmla="*/ 0 h 236793"/>
                <a:gd name="csX3" fmla="*/ 0 w 24705"/>
                <a:gd name="csY3" fmla="*/ 0 h 236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93">
                  <a:moveTo>
                    <a:pt x="0" y="236793"/>
                  </a:moveTo>
                  <a:lnTo>
                    <a:pt x="0" y="23679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892B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9" name="任意形状 88">
              <a:extLst>
                <a:ext uri="{FF2B5EF4-FFF2-40B4-BE49-F238E27FC236}">
                  <a16:creationId xmlns:a16="http://schemas.microsoft.com/office/drawing/2014/main" id="{718C2AFF-6331-49D9-BCC3-996D729DFA3E}"/>
                </a:ext>
              </a:extLst>
            </p:cNvPr>
            <p:cNvSpPr/>
            <p:nvPr/>
          </p:nvSpPr>
          <p:spPr>
            <a:xfrm>
              <a:off x="8433394" y="2637132"/>
              <a:ext cx="1731880" cy="236790"/>
            </a:xfrm>
            <a:custGeom>
              <a:avLst/>
              <a:gdLst>
                <a:gd name="csX0" fmla="*/ 0 w 1731880"/>
                <a:gd name="csY0" fmla="*/ 236791 h 236790"/>
                <a:gd name="csX1" fmla="*/ 1731881 w 1731880"/>
                <a:gd name="csY1" fmla="*/ 236791 h 236790"/>
                <a:gd name="csX2" fmla="*/ 1731881 w 1731880"/>
                <a:gd name="csY2" fmla="*/ 0 h 236790"/>
                <a:gd name="csX3" fmla="*/ 0 w 1731880"/>
                <a:gd name="csY3" fmla="*/ 0 h 236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31880" h="236790">
                  <a:moveTo>
                    <a:pt x="0" y="236791"/>
                  </a:moveTo>
                  <a:lnTo>
                    <a:pt x="1731881" y="236791"/>
                  </a:lnTo>
                  <a:lnTo>
                    <a:pt x="17318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892B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90" name="任意形状 89">
              <a:extLst>
                <a:ext uri="{FF2B5EF4-FFF2-40B4-BE49-F238E27FC236}">
                  <a16:creationId xmlns:a16="http://schemas.microsoft.com/office/drawing/2014/main" id="{F1FD63F9-3C43-BE32-2ECE-52B83B95A973}"/>
                </a:ext>
              </a:extLst>
            </p:cNvPr>
            <p:cNvSpPr/>
            <p:nvPr/>
          </p:nvSpPr>
          <p:spPr>
            <a:xfrm>
              <a:off x="10505301" y="2985355"/>
              <a:ext cx="24705" cy="236788"/>
            </a:xfrm>
            <a:custGeom>
              <a:avLst/>
              <a:gdLst>
                <a:gd name="csX0" fmla="*/ 0 w 24705"/>
                <a:gd name="csY0" fmla="*/ 236788 h 236788"/>
                <a:gd name="csX1" fmla="*/ 0 w 24705"/>
                <a:gd name="csY1" fmla="*/ 236788 h 236788"/>
                <a:gd name="csX2" fmla="*/ 0 w 24705"/>
                <a:gd name="csY2" fmla="*/ 0 h 236788"/>
                <a:gd name="csX3" fmla="*/ 0 w 24705"/>
                <a:gd name="csY3" fmla="*/ 0 h 236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88">
                  <a:moveTo>
                    <a:pt x="0" y="236788"/>
                  </a:moveTo>
                  <a:lnTo>
                    <a:pt x="0" y="23678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892B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91" name="任意形状 90">
              <a:extLst>
                <a:ext uri="{FF2B5EF4-FFF2-40B4-BE49-F238E27FC236}">
                  <a16:creationId xmlns:a16="http://schemas.microsoft.com/office/drawing/2014/main" id="{6B2651F9-5DFC-45D2-9711-CA4776046551}"/>
                </a:ext>
              </a:extLst>
            </p:cNvPr>
            <p:cNvSpPr/>
            <p:nvPr/>
          </p:nvSpPr>
          <p:spPr>
            <a:xfrm>
              <a:off x="7224808" y="3333576"/>
              <a:ext cx="294690" cy="236795"/>
            </a:xfrm>
            <a:custGeom>
              <a:avLst/>
              <a:gdLst>
                <a:gd name="csX0" fmla="*/ 0 w 294690"/>
                <a:gd name="csY0" fmla="*/ 236796 h 236795"/>
                <a:gd name="csX1" fmla="*/ 294691 w 294690"/>
                <a:gd name="csY1" fmla="*/ 236796 h 236795"/>
                <a:gd name="csX2" fmla="*/ 294691 w 294690"/>
                <a:gd name="csY2" fmla="*/ 0 h 236795"/>
                <a:gd name="csX3" fmla="*/ 0 w 294690"/>
                <a:gd name="csY3" fmla="*/ 0 h 236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94690" h="236795">
                  <a:moveTo>
                    <a:pt x="0" y="236796"/>
                  </a:moveTo>
                  <a:lnTo>
                    <a:pt x="294691" y="236796"/>
                  </a:lnTo>
                  <a:lnTo>
                    <a:pt x="2946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892B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92" name="任意形状 91">
              <a:extLst>
                <a:ext uri="{FF2B5EF4-FFF2-40B4-BE49-F238E27FC236}">
                  <a16:creationId xmlns:a16="http://schemas.microsoft.com/office/drawing/2014/main" id="{21B5F667-5EF1-3F5F-C613-87A6053CF47E}"/>
                </a:ext>
              </a:extLst>
            </p:cNvPr>
            <p:cNvSpPr/>
            <p:nvPr/>
          </p:nvSpPr>
          <p:spPr>
            <a:xfrm>
              <a:off x="9739790" y="3681803"/>
              <a:ext cx="166517" cy="236795"/>
            </a:xfrm>
            <a:custGeom>
              <a:avLst/>
              <a:gdLst>
                <a:gd name="csX0" fmla="*/ 0 w 166517"/>
                <a:gd name="csY0" fmla="*/ 236796 h 236795"/>
                <a:gd name="csX1" fmla="*/ 166517 w 166517"/>
                <a:gd name="csY1" fmla="*/ 236796 h 236795"/>
                <a:gd name="csX2" fmla="*/ 166517 w 166517"/>
                <a:gd name="csY2" fmla="*/ 0 h 236795"/>
                <a:gd name="csX3" fmla="*/ 0 w 166517"/>
                <a:gd name="csY3" fmla="*/ 0 h 236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66517" h="236795">
                  <a:moveTo>
                    <a:pt x="0" y="236796"/>
                  </a:moveTo>
                  <a:lnTo>
                    <a:pt x="166517" y="236796"/>
                  </a:lnTo>
                  <a:lnTo>
                    <a:pt x="1665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892B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93" name="任意形状 92">
              <a:extLst>
                <a:ext uri="{FF2B5EF4-FFF2-40B4-BE49-F238E27FC236}">
                  <a16:creationId xmlns:a16="http://schemas.microsoft.com/office/drawing/2014/main" id="{15E87BAB-F039-59DC-1B49-143F6825C627}"/>
                </a:ext>
              </a:extLst>
            </p:cNvPr>
            <p:cNvSpPr/>
            <p:nvPr/>
          </p:nvSpPr>
          <p:spPr>
            <a:xfrm>
              <a:off x="9366114" y="1244236"/>
              <a:ext cx="743349" cy="236790"/>
            </a:xfrm>
            <a:custGeom>
              <a:avLst/>
              <a:gdLst>
                <a:gd name="csX0" fmla="*/ 0 w 743349"/>
                <a:gd name="csY0" fmla="*/ 236791 h 236790"/>
                <a:gd name="csX1" fmla="*/ 743349 w 743349"/>
                <a:gd name="csY1" fmla="*/ 236791 h 236790"/>
                <a:gd name="csX2" fmla="*/ 743349 w 743349"/>
                <a:gd name="csY2" fmla="*/ 0 h 236790"/>
                <a:gd name="csX3" fmla="*/ 0 w 743349"/>
                <a:gd name="csY3" fmla="*/ 0 h 236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3349" h="236790">
                  <a:moveTo>
                    <a:pt x="0" y="236791"/>
                  </a:moveTo>
                  <a:lnTo>
                    <a:pt x="743349" y="236791"/>
                  </a:lnTo>
                  <a:lnTo>
                    <a:pt x="74334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A4D8E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94" name="任意形状 93">
              <a:extLst>
                <a:ext uri="{FF2B5EF4-FFF2-40B4-BE49-F238E27FC236}">
                  <a16:creationId xmlns:a16="http://schemas.microsoft.com/office/drawing/2014/main" id="{A8A82739-0775-1847-21D3-6C5ACA08868D}"/>
                </a:ext>
              </a:extLst>
            </p:cNvPr>
            <p:cNvSpPr/>
            <p:nvPr/>
          </p:nvSpPr>
          <p:spPr>
            <a:xfrm>
              <a:off x="8471688" y="1592459"/>
              <a:ext cx="2597548" cy="236793"/>
            </a:xfrm>
            <a:custGeom>
              <a:avLst/>
              <a:gdLst>
                <a:gd name="csX0" fmla="*/ 0 w 2597548"/>
                <a:gd name="csY0" fmla="*/ 236793 h 236793"/>
                <a:gd name="csX1" fmla="*/ 2597549 w 2597548"/>
                <a:gd name="csY1" fmla="*/ 236793 h 236793"/>
                <a:gd name="csX2" fmla="*/ 2597549 w 2597548"/>
                <a:gd name="csY2" fmla="*/ 0 h 236793"/>
                <a:gd name="csX3" fmla="*/ 0 w 2597548"/>
                <a:gd name="csY3" fmla="*/ 0 h 236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97548" h="236793">
                  <a:moveTo>
                    <a:pt x="0" y="236793"/>
                  </a:moveTo>
                  <a:lnTo>
                    <a:pt x="2597549" y="236793"/>
                  </a:lnTo>
                  <a:lnTo>
                    <a:pt x="259754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A4D8E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95" name="任意形状 94">
              <a:extLst>
                <a:ext uri="{FF2B5EF4-FFF2-40B4-BE49-F238E27FC236}">
                  <a16:creationId xmlns:a16="http://schemas.microsoft.com/office/drawing/2014/main" id="{2987A56B-0DC7-7782-8512-1A944CB1DC1D}"/>
                </a:ext>
              </a:extLst>
            </p:cNvPr>
            <p:cNvSpPr/>
            <p:nvPr/>
          </p:nvSpPr>
          <p:spPr>
            <a:xfrm>
              <a:off x="7224808" y="1940684"/>
              <a:ext cx="2606813" cy="236790"/>
            </a:xfrm>
            <a:custGeom>
              <a:avLst/>
              <a:gdLst>
                <a:gd name="csX0" fmla="*/ 0 w 2606813"/>
                <a:gd name="csY0" fmla="*/ 236791 h 236790"/>
                <a:gd name="csX1" fmla="*/ 2606814 w 2606813"/>
                <a:gd name="csY1" fmla="*/ 236791 h 236790"/>
                <a:gd name="csX2" fmla="*/ 2606814 w 2606813"/>
                <a:gd name="csY2" fmla="*/ 0 h 236790"/>
                <a:gd name="csX3" fmla="*/ 0 w 2606813"/>
                <a:gd name="csY3" fmla="*/ 0 h 236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606813" h="236790">
                  <a:moveTo>
                    <a:pt x="0" y="236791"/>
                  </a:moveTo>
                  <a:lnTo>
                    <a:pt x="2606814" y="236791"/>
                  </a:lnTo>
                  <a:lnTo>
                    <a:pt x="26068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A4D8E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96" name="任意形状 95">
              <a:extLst>
                <a:ext uri="{FF2B5EF4-FFF2-40B4-BE49-F238E27FC236}">
                  <a16:creationId xmlns:a16="http://schemas.microsoft.com/office/drawing/2014/main" id="{D4687FFD-499E-1B02-685E-205E0472A7E1}"/>
                </a:ext>
              </a:extLst>
            </p:cNvPr>
            <p:cNvSpPr/>
            <p:nvPr/>
          </p:nvSpPr>
          <p:spPr>
            <a:xfrm>
              <a:off x="7224808" y="2288907"/>
              <a:ext cx="497353" cy="236793"/>
            </a:xfrm>
            <a:custGeom>
              <a:avLst/>
              <a:gdLst>
                <a:gd name="csX0" fmla="*/ 0 w 497353"/>
                <a:gd name="csY0" fmla="*/ 236793 h 236793"/>
                <a:gd name="csX1" fmla="*/ 497353 w 497353"/>
                <a:gd name="csY1" fmla="*/ 236793 h 236793"/>
                <a:gd name="csX2" fmla="*/ 497353 w 497353"/>
                <a:gd name="csY2" fmla="*/ 0 h 236793"/>
                <a:gd name="csX3" fmla="*/ 0 w 497353"/>
                <a:gd name="csY3" fmla="*/ 0 h 236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7353" h="236793">
                  <a:moveTo>
                    <a:pt x="0" y="236793"/>
                  </a:moveTo>
                  <a:lnTo>
                    <a:pt x="497353" y="236793"/>
                  </a:lnTo>
                  <a:lnTo>
                    <a:pt x="4973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A4D8E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97" name="任意形状 96">
              <a:extLst>
                <a:ext uri="{FF2B5EF4-FFF2-40B4-BE49-F238E27FC236}">
                  <a16:creationId xmlns:a16="http://schemas.microsoft.com/office/drawing/2014/main" id="{046514C7-BB04-688C-24C3-D91278014026}"/>
                </a:ext>
              </a:extLst>
            </p:cNvPr>
            <p:cNvSpPr/>
            <p:nvPr/>
          </p:nvSpPr>
          <p:spPr>
            <a:xfrm>
              <a:off x="10165274" y="2637132"/>
              <a:ext cx="24705" cy="236790"/>
            </a:xfrm>
            <a:custGeom>
              <a:avLst/>
              <a:gdLst>
                <a:gd name="csX0" fmla="*/ 0 w 24705"/>
                <a:gd name="csY0" fmla="*/ 236791 h 236790"/>
                <a:gd name="csX1" fmla="*/ 0 w 24705"/>
                <a:gd name="csY1" fmla="*/ 236791 h 236790"/>
                <a:gd name="csX2" fmla="*/ 0 w 24705"/>
                <a:gd name="csY2" fmla="*/ 0 h 236790"/>
                <a:gd name="csX3" fmla="*/ 0 w 24705"/>
                <a:gd name="csY3" fmla="*/ 0 h 236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90">
                  <a:moveTo>
                    <a:pt x="0" y="236791"/>
                  </a:moveTo>
                  <a:lnTo>
                    <a:pt x="0" y="23679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A4D8E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98" name="任意形状 97">
              <a:extLst>
                <a:ext uri="{FF2B5EF4-FFF2-40B4-BE49-F238E27FC236}">
                  <a16:creationId xmlns:a16="http://schemas.microsoft.com/office/drawing/2014/main" id="{BC27BEA1-F6E0-6817-3C4C-32162C8E38AC}"/>
                </a:ext>
              </a:extLst>
            </p:cNvPr>
            <p:cNvSpPr/>
            <p:nvPr/>
          </p:nvSpPr>
          <p:spPr>
            <a:xfrm>
              <a:off x="10505301" y="2985355"/>
              <a:ext cx="24705" cy="236788"/>
            </a:xfrm>
            <a:custGeom>
              <a:avLst/>
              <a:gdLst>
                <a:gd name="csX0" fmla="*/ 0 w 24705"/>
                <a:gd name="csY0" fmla="*/ 236788 h 236788"/>
                <a:gd name="csX1" fmla="*/ 0 w 24705"/>
                <a:gd name="csY1" fmla="*/ 236788 h 236788"/>
                <a:gd name="csX2" fmla="*/ 0 w 24705"/>
                <a:gd name="csY2" fmla="*/ 0 h 236788"/>
                <a:gd name="csX3" fmla="*/ 0 w 24705"/>
                <a:gd name="csY3" fmla="*/ 0 h 236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88">
                  <a:moveTo>
                    <a:pt x="0" y="236788"/>
                  </a:moveTo>
                  <a:lnTo>
                    <a:pt x="0" y="23678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A4D8E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99" name="任意形状 98">
              <a:extLst>
                <a:ext uri="{FF2B5EF4-FFF2-40B4-BE49-F238E27FC236}">
                  <a16:creationId xmlns:a16="http://schemas.microsoft.com/office/drawing/2014/main" id="{EACC5EC8-7C45-47FB-C47D-F58F8CCC2C62}"/>
                </a:ext>
              </a:extLst>
            </p:cNvPr>
            <p:cNvSpPr/>
            <p:nvPr/>
          </p:nvSpPr>
          <p:spPr>
            <a:xfrm>
              <a:off x="7519499" y="3333576"/>
              <a:ext cx="24705" cy="236795"/>
            </a:xfrm>
            <a:custGeom>
              <a:avLst/>
              <a:gdLst>
                <a:gd name="csX0" fmla="*/ 0 w 24705"/>
                <a:gd name="csY0" fmla="*/ 236796 h 236795"/>
                <a:gd name="csX1" fmla="*/ 0 w 24705"/>
                <a:gd name="csY1" fmla="*/ 236796 h 236795"/>
                <a:gd name="csX2" fmla="*/ 0 w 24705"/>
                <a:gd name="csY2" fmla="*/ 0 h 236795"/>
                <a:gd name="csX3" fmla="*/ 0 w 24705"/>
                <a:gd name="csY3" fmla="*/ 0 h 236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95">
                  <a:moveTo>
                    <a:pt x="0" y="236796"/>
                  </a:moveTo>
                  <a:lnTo>
                    <a:pt x="0" y="2367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A4D8E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0" name="任意形状 99">
              <a:extLst>
                <a:ext uri="{FF2B5EF4-FFF2-40B4-BE49-F238E27FC236}">
                  <a16:creationId xmlns:a16="http://schemas.microsoft.com/office/drawing/2014/main" id="{86D8D7B5-E192-A170-463D-D8C78C9A8078}"/>
                </a:ext>
              </a:extLst>
            </p:cNvPr>
            <p:cNvSpPr/>
            <p:nvPr/>
          </p:nvSpPr>
          <p:spPr>
            <a:xfrm>
              <a:off x="9906308" y="3681803"/>
              <a:ext cx="186702" cy="236795"/>
            </a:xfrm>
            <a:custGeom>
              <a:avLst/>
              <a:gdLst>
                <a:gd name="csX0" fmla="*/ 0 w 186702"/>
                <a:gd name="csY0" fmla="*/ 236796 h 236795"/>
                <a:gd name="csX1" fmla="*/ 186702 w 186702"/>
                <a:gd name="csY1" fmla="*/ 236796 h 236795"/>
                <a:gd name="csX2" fmla="*/ 186702 w 186702"/>
                <a:gd name="csY2" fmla="*/ 0 h 236795"/>
                <a:gd name="csX3" fmla="*/ 0 w 186702"/>
                <a:gd name="csY3" fmla="*/ 0 h 236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86702" h="236795">
                  <a:moveTo>
                    <a:pt x="0" y="236796"/>
                  </a:moveTo>
                  <a:lnTo>
                    <a:pt x="186702" y="236796"/>
                  </a:lnTo>
                  <a:lnTo>
                    <a:pt x="18670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A4D8E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1" name="任意形状 100">
              <a:extLst>
                <a:ext uri="{FF2B5EF4-FFF2-40B4-BE49-F238E27FC236}">
                  <a16:creationId xmlns:a16="http://schemas.microsoft.com/office/drawing/2014/main" id="{24615163-EC86-025A-D4FC-4236C5ADB57D}"/>
                </a:ext>
              </a:extLst>
            </p:cNvPr>
            <p:cNvSpPr/>
            <p:nvPr/>
          </p:nvSpPr>
          <p:spPr>
            <a:xfrm>
              <a:off x="10109464" y="1244236"/>
              <a:ext cx="738087" cy="236790"/>
            </a:xfrm>
            <a:custGeom>
              <a:avLst/>
              <a:gdLst>
                <a:gd name="csX0" fmla="*/ 0 w 738087"/>
                <a:gd name="csY0" fmla="*/ 236791 h 236790"/>
                <a:gd name="csX1" fmla="*/ 738088 w 738087"/>
                <a:gd name="csY1" fmla="*/ 236791 h 236790"/>
                <a:gd name="csX2" fmla="*/ 738088 w 738087"/>
                <a:gd name="csY2" fmla="*/ 0 h 236790"/>
                <a:gd name="csX3" fmla="*/ 0 w 738087"/>
                <a:gd name="csY3" fmla="*/ 0 h 236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38087" h="236790">
                  <a:moveTo>
                    <a:pt x="0" y="236791"/>
                  </a:moveTo>
                  <a:lnTo>
                    <a:pt x="738088" y="236791"/>
                  </a:lnTo>
                  <a:lnTo>
                    <a:pt x="7380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75BA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2" name="任意形状 101">
              <a:extLst>
                <a:ext uri="{FF2B5EF4-FFF2-40B4-BE49-F238E27FC236}">
                  <a16:creationId xmlns:a16="http://schemas.microsoft.com/office/drawing/2014/main" id="{A88B8732-A725-8EB6-8470-0037195ED923}"/>
                </a:ext>
              </a:extLst>
            </p:cNvPr>
            <p:cNvSpPr/>
            <p:nvPr/>
          </p:nvSpPr>
          <p:spPr>
            <a:xfrm>
              <a:off x="11069237" y="1592459"/>
              <a:ext cx="24705" cy="236793"/>
            </a:xfrm>
            <a:custGeom>
              <a:avLst/>
              <a:gdLst>
                <a:gd name="csX0" fmla="*/ 0 w 24705"/>
                <a:gd name="csY0" fmla="*/ 236793 h 236793"/>
                <a:gd name="csX1" fmla="*/ 0 w 24705"/>
                <a:gd name="csY1" fmla="*/ 236793 h 236793"/>
                <a:gd name="csX2" fmla="*/ 0 w 24705"/>
                <a:gd name="csY2" fmla="*/ 0 h 236793"/>
                <a:gd name="csX3" fmla="*/ 0 w 24705"/>
                <a:gd name="csY3" fmla="*/ 0 h 236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93">
                  <a:moveTo>
                    <a:pt x="0" y="236793"/>
                  </a:moveTo>
                  <a:lnTo>
                    <a:pt x="0" y="23679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75BA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3" name="任意形状 102">
              <a:extLst>
                <a:ext uri="{FF2B5EF4-FFF2-40B4-BE49-F238E27FC236}">
                  <a16:creationId xmlns:a16="http://schemas.microsoft.com/office/drawing/2014/main" id="{162FE986-6559-27C5-94FE-254AE2C92997}"/>
                </a:ext>
              </a:extLst>
            </p:cNvPr>
            <p:cNvSpPr/>
            <p:nvPr/>
          </p:nvSpPr>
          <p:spPr>
            <a:xfrm>
              <a:off x="9831622" y="1940684"/>
              <a:ext cx="24705" cy="236790"/>
            </a:xfrm>
            <a:custGeom>
              <a:avLst/>
              <a:gdLst>
                <a:gd name="csX0" fmla="*/ 0 w 24705"/>
                <a:gd name="csY0" fmla="*/ 236791 h 236790"/>
                <a:gd name="csX1" fmla="*/ 0 w 24705"/>
                <a:gd name="csY1" fmla="*/ 236791 h 236790"/>
                <a:gd name="csX2" fmla="*/ 0 w 24705"/>
                <a:gd name="csY2" fmla="*/ 0 h 236790"/>
                <a:gd name="csX3" fmla="*/ 0 w 24705"/>
                <a:gd name="csY3" fmla="*/ 0 h 236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90">
                  <a:moveTo>
                    <a:pt x="0" y="236791"/>
                  </a:moveTo>
                  <a:lnTo>
                    <a:pt x="0" y="23679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75BA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4" name="任意形状 103">
              <a:extLst>
                <a:ext uri="{FF2B5EF4-FFF2-40B4-BE49-F238E27FC236}">
                  <a16:creationId xmlns:a16="http://schemas.microsoft.com/office/drawing/2014/main" id="{12247660-74F7-CE9E-9B63-5126C9ADCADA}"/>
                </a:ext>
              </a:extLst>
            </p:cNvPr>
            <p:cNvSpPr/>
            <p:nvPr/>
          </p:nvSpPr>
          <p:spPr>
            <a:xfrm>
              <a:off x="7722161" y="2288907"/>
              <a:ext cx="24705" cy="236793"/>
            </a:xfrm>
            <a:custGeom>
              <a:avLst/>
              <a:gdLst>
                <a:gd name="csX0" fmla="*/ 0 w 24705"/>
                <a:gd name="csY0" fmla="*/ 236793 h 236793"/>
                <a:gd name="csX1" fmla="*/ 0 w 24705"/>
                <a:gd name="csY1" fmla="*/ 236793 h 236793"/>
                <a:gd name="csX2" fmla="*/ 0 w 24705"/>
                <a:gd name="csY2" fmla="*/ 0 h 236793"/>
                <a:gd name="csX3" fmla="*/ 0 w 24705"/>
                <a:gd name="csY3" fmla="*/ 0 h 236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93">
                  <a:moveTo>
                    <a:pt x="0" y="236793"/>
                  </a:moveTo>
                  <a:lnTo>
                    <a:pt x="0" y="23679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75BA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5" name="任意形状 104">
              <a:extLst>
                <a:ext uri="{FF2B5EF4-FFF2-40B4-BE49-F238E27FC236}">
                  <a16:creationId xmlns:a16="http://schemas.microsoft.com/office/drawing/2014/main" id="{9A98A175-7FDD-060F-E32D-7C39EABFC499}"/>
                </a:ext>
              </a:extLst>
            </p:cNvPr>
            <p:cNvSpPr/>
            <p:nvPr/>
          </p:nvSpPr>
          <p:spPr>
            <a:xfrm>
              <a:off x="10165274" y="2637132"/>
              <a:ext cx="24705" cy="236790"/>
            </a:xfrm>
            <a:custGeom>
              <a:avLst/>
              <a:gdLst>
                <a:gd name="csX0" fmla="*/ 0 w 24705"/>
                <a:gd name="csY0" fmla="*/ 236791 h 236790"/>
                <a:gd name="csX1" fmla="*/ 0 w 24705"/>
                <a:gd name="csY1" fmla="*/ 236791 h 236790"/>
                <a:gd name="csX2" fmla="*/ 0 w 24705"/>
                <a:gd name="csY2" fmla="*/ 0 h 236790"/>
                <a:gd name="csX3" fmla="*/ 0 w 24705"/>
                <a:gd name="csY3" fmla="*/ 0 h 236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90">
                  <a:moveTo>
                    <a:pt x="0" y="236791"/>
                  </a:moveTo>
                  <a:lnTo>
                    <a:pt x="0" y="23679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75BA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6" name="任意形状 105">
              <a:extLst>
                <a:ext uri="{FF2B5EF4-FFF2-40B4-BE49-F238E27FC236}">
                  <a16:creationId xmlns:a16="http://schemas.microsoft.com/office/drawing/2014/main" id="{AB15FB6B-7F8B-67B4-6AE0-5C897B9CE55B}"/>
                </a:ext>
              </a:extLst>
            </p:cNvPr>
            <p:cNvSpPr/>
            <p:nvPr/>
          </p:nvSpPr>
          <p:spPr>
            <a:xfrm>
              <a:off x="10505301" y="2985355"/>
              <a:ext cx="24705" cy="236788"/>
            </a:xfrm>
            <a:custGeom>
              <a:avLst/>
              <a:gdLst>
                <a:gd name="csX0" fmla="*/ 0 w 24705"/>
                <a:gd name="csY0" fmla="*/ 236788 h 236788"/>
                <a:gd name="csX1" fmla="*/ 0 w 24705"/>
                <a:gd name="csY1" fmla="*/ 236788 h 236788"/>
                <a:gd name="csX2" fmla="*/ 0 w 24705"/>
                <a:gd name="csY2" fmla="*/ 0 h 236788"/>
                <a:gd name="csX3" fmla="*/ 0 w 24705"/>
                <a:gd name="csY3" fmla="*/ 0 h 236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88">
                  <a:moveTo>
                    <a:pt x="0" y="236788"/>
                  </a:moveTo>
                  <a:lnTo>
                    <a:pt x="0" y="23678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75BA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7" name="任意形状 106">
              <a:extLst>
                <a:ext uri="{FF2B5EF4-FFF2-40B4-BE49-F238E27FC236}">
                  <a16:creationId xmlns:a16="http://schemas.microsoft.com/office/drawing/2014/main" id="{7C25B295-AEF2-A3D6-C662-68CA918A3E7D}"/>
                </a:ext>
              </a:extLst>
            </p:cNvPr>
            <p:cNvSpPr/>
            <p:nvPr/>
          </p:nvSpPr>
          <p:spPr>
            <a:xfrm>
              <a:off x="7519499" y="3333576"/>
              <a:ext cx="773590" cy="236795"/>
            </a:xfrm>
            <a:custGeom>
              <a:avLst/>
              <a:gdLst>
                <a:gd name="csX0" fmla="*/ 0 w 773590"/>
                <a:gd name="csY0" fmla="*/ 236796 h 236795"/>
                <a:gd name="csX1" fmla="*/ 773590 w 773590"/>
                <a:gd name="csY1" fmla="*/ 236796 h 236795"/>
                <a:gd name="csX2" fmla="*/ 773590 w 773590"/>
                <a:gd name="csY2" fmla="*/ 0 h 236795"/>
                <a:gd name="csX3" fmla="*/ 0 w 773590"/>
                <a:gd name="csY3" fmla="*/ 0 h 236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3590" h="236795">
                  <a:moveTo>
                    <a:pt x="0" y="236796"/>
                  </a:moveTo>
                  <a:lnTo>
                    <a:pt x="773590" y="236796"/>
                  </a:lnTo>
                  <a:lnTo>
                    <a:pt x="7735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75BA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8" name="任意形状 107">
              <a:extLst>
                <a:ext uri="{FF2B5EF4-FFF2-40B4-BE49-F238E27FC236}">
                  <a16:creationId xmlns:a16="http://schemas.microsoft.com/office/drawing/2014/main" id="{C9010B10-7032-574C-791E-6585512EC256}"/>
                </a:ext>
              </a:extLst>
            </p:cNvPr>
            <p:cNvSpPr/>
            <p:nvPr/>
          </p:nvSpPr>
          <p:spPr>
            <a:xfrm>
              <a:off x="10093010" y="3681803"/>
              <a:ext cx="24705" cy="236795"/>
            </a:xfrm>
            <a:custGeom>
              <a:avLst/>
              <a:gdLst>
                <a:gd name="csX0" fmla="*/ 0 w 24705"/>
                <a:gd name="csY0" fmla="*/ 236796 h 236795"/>
                <a:gd name="csX1" fmla="*/ 0 w 24705"/>
                <a:gd name="csY1" fmla="*/ 236796 h 236795"/>
                <a:gd name="csX2" fmla="*/ 0 w 24705"/>
                <a:gd name="csY2" fmla="*/ 0 h 236795"/>
                <a:gd name="csX3" fmla="*/ 0 w 24705"/>
                <a:gd name="csY3" fmla="*/ 0 h 236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95">
                  <a:moveTo>
                    <a:pt x="0" y="236796"/>
                  </a:moveTo>
                  <a:lnTo>
                    <a:pt x="0" y="2367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775BA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9" name="任意形状 108">
              <a:extLst>
                <a:ext uri="{FF2B5EF4-FFF2-40B4-BE49-F238E27FC236}">
                  <a16:creationId xmlns:a16="http://schemas.microsoft.com/office/drawing/2014/main" id="{535F76E4-5BE3-875B-92BE-CC0D7411AE28}"/>
                </a:ext>
              </a:extLst>
            </p:cNvPr>
            <p:cNvSpPr/>
            <p:nvPr/>
          </p:nvSpPr>
          <p:spPr>
            <a:xfrm>
              <a:off x="10847551" y="1244236"/>
              <a:ext cx="24705" cy="236790"/>
            </a:xfrm>
            <a:custGeom>
              <a:avLst/>
              <a:gdLst>
                <a:gd name="csX0" fmla="*/ 0 w 24705"/>
                <a:gd name="csY0" fmla="*/ 236791 h 236790"/>
                <a:gd name="csX1" fmla="*/ 0 w 24705"/>
                <a:gd name="csY1" fmla="*/ 236791 h 236790"/>
                <a:gd name="csX2" fmla="*/ 0 w 24705"/>
                <a:gd name="csY2" fmla="*/ 0 h 236790"/>
                <a:gd name="csX3" fmla="*/ 0 w 24705"/>
                <a:gd name="csY3" fmla="*/ 0 h 236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90">
                  <a:moveTo>
                    <a:pt x="0" y="236791"/>
                  </a:moveTo>
                  <a:lnTo>
                    <a:pt x="0" y="23679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4D92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0" name="任意形状 109">
              <a:extLst>
                <a:ext uri="{FF2B5EF4-FFF2-40B4-BE49-F238E27FC236}">
                  <a16:creationId xmlns:a16="http://schemas.microsoft.com/office/drawing/2014/main" id="{5EAB38F0-19A4-332C-2B0C-CA05765D9A89}"/>
                </a:ext>
              </a:extLst>
            </p:cNvPr>
            <p:cNvSpPr/>
            <p:nvPr/>
          </p:nvSpPr>
          <p:spPr>
            <a:xfrm>
              <a:off x="11069237" y="1592459"/>
              <a:ext cx="24705" cy="236793"/>
            </a:xfrm>
            <a:custGeom>
              <a:avLst/>
              <a:gdLst>
                <a:gd name="csX0" fmla="*/ 0 w 24705"/>
                <a:gd name="csY0" fmla="*/ 236793 h 236793"/>
                <a:gd name="csX1" fmla="*/ 0 w 24705"/>
                <a:gd name="csY1" fmla="*/ 236793 h 236793"/>
                <a:gd name="csX2" fmla="*/ 0 w 24705"/>
                <a:gd name="csY2" fmla="*/ 0 h 236793"/>
                <a:gd name="csX3" fmla="*/ 0 w 24705"/>
                <a:gd name="csY3" fmla="*/ 0 h 236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93">
                  <a:moveTo>
                    <a:pt x="0" y="236793"/>
                  </a:moveTo>
                  <a:lnTo>
                    <a:pt x="0" y="23679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4D92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1" name="任意形状 110">
              <a:extLst>
                <a:ext uri="{FF2B5EF4-FFF2-40B4-BE49-F238E27FC236}">
                  <a16:creationId xmlns:a16="http://schemas.microsoft.com/office/drawing/2014/main" id="{BBBFF53F-6E78-792A-7672-5D115C20D40E}"/>
                </a:ext>
              </a:extLst>
            </p:cNvPr>
            <p:cNvSpPr/>
            <p:nvPr/>
          </p:nvSpPr>
          <p:spPr>
            <a:xfrm>
              <a:off x="9831622" y="1940684"/>
              <a:ext cx="24705" cy="236790"/>
            </a:xfrm>
            <a:custGeom>
              <a:avLst/>
              <a:gdLst>
                <a:gd name="csX0" fmla="*/ 0 w 24705"/>
                <a:gd name="csY0" fmla="*/ 236791 h 236790"/>
                <a:gd name="csX1" fmla="*/ 0 w 24705"/>
                <a:gd name="csY1" fmla="*/ 236791 h 236790"/>
                <a:gd name="csX2" fmla="*/ 0 w 24705"/>
                <a:gd name="csY2" fmla="*/ 0 h 236790"/>
                <a:gd name="csX3" fmla="*/ 0 w 24705"/>
                <a:gd name="csY3" fmla="*/ 0 h 236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90">
                  <a:moveTo>
                    <a:pt x="0" y="236791"/>
                  </a:moveTo>
                  <a:lnTo>
                    <a:pt x="0" y="23679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4D92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2" name="任意形状 111">
              <a:extLst>
                <a:ext uri="{FF2B5EF4-FFF2-40B4-BE49-F238E27FC236}">
                  <a16:creationId xmlns:a16="http://schemas.microsoft.com/office/drawing/2014/main" id="{2635E600-ACBE-3F3C-DC8B-62FC8070D393}"/>
                </a:ext>
              </a:extLst>
            </p:cNvPr>
            <p:cNvSpPr/>
            <p:nvPr/>
          </p:nvSpPr>
          <p:spPr>
            <a:xfrm>
              <a:off x="7722161" y="2288907"/>
              <a:ext cx="24705" cy="236793"/>
            </a:xfrm>
            <a:custGeom>
              <a:avLst/>
              <a:gdLst>
                <a:gd name="csX0" fmla="*/ 0 w 24705"/>
                <a:gd name="csY0" fmla="*/ 236793 h 236793"/>
                <a:gd name="csX1" fmla="*/ 0 w 24705"/>
                <a:gd name="csY1" fmla="*/ 236793 h 236793"/>
                <a:gd name="csX2" fmla="*/ 0 w 24705"/>
                <a:gd name="csY2" fmla="*/ 0 h 236793"/>
                <a:gd name="csX3" fmla="*/ 0 w 24705"/>
                <a:gd name="csY3" fmla="*/ 0 h 236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93">
                  <a:moveTo>
                    <a:pt x="0" y="236793"/>
                  </a:moveTo>
                  <a:lnTo>
                    <a:pt x="0" y="23679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4D92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3" name="任意形状 112">
              <a:extLst>
                <a:ext uri="{FF2B5EF4-FFF2-40B4-BE49-F238E27FC236}">
                  <a16:creationId xmlns:a16="http://schemas.microsoft.com/office/drawing/2014/main" id="{8100E313-F702-5611-B711-398A699F8E2A}"/>
                </a:ext>
              </a:extLst>
            </p:cNvPr>
            <p:cNvSpPr/>
            <p:nvPr/>
          </p:nvSpPr>
          <p:spPr>
            <a:xfrm>
              <a:off x="10165274" y="2637132"/>
              <a:ext cx="24705" cy="236790"/>
            </a:xfrm>
            <a:custGeom>
              <a:avLst/>
              <a:gdLst>
                <a:gd name="csX0" fmla="*/ 0 w 24705"/>
                <a:gd name="csY0" fmla="*/ 236791 h 236790"/>
                <a:gd name="csX1" fmla="*/ 0 w 24705"/>
                <a:gd name="csY1" fmla="*/ 236791 h 236790"/>
                <a:gd name="csX2" fmla="*/ 0 w 24705"/>
                <a:gd name="csY2" fmla="*/ 0 h 236790"/>
                <a:gd name="csX3" fmla="*/ 0 w 24705"/>
                <a:gd name="csY3" fmla="*/ 0 h 236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90">
                  <a:moveTo>
                    <a:pt x="0" y="236791"/>
                  </a:moveTo>
                  <a:lnTo>
                    <a:pt x="0" y="23679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4D92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4" name="任意形状 113">
              <a:extLst>
                <a:ext uri="{FF2B5EF4-FFF2-40B4-BE49-F238E27FC236}">
                  <a16:creationId xmlns:a16="http://schemas.microsoft.com/office/drawing/2014/main" id="{3D1D4A04-C73B-F65C-D270-AFFD79A43CE4}"/>
                </a:ext>
              </a:extLst>
            </p:cNvPr>
            <p:cNvSpPr/>
            <p:nvPr/>
          </p:nvSpPr>
          <p:spPr>
            <a:xfrm>
              <a:off x="10505301" y="2985355"/>
              <a:ext cx="24705" cy="236788"/>
            </a:xfrm>
            <a:custGeom>
              <a:avLst/>
              <a:gdLst>
                <a:gd name="csX0" fmla="*/ 0 w 24705"/>
                <a:gd name="csY0" fmla="*/ 236788 h 236788"/>
                <a:gd name="csX1" fmla="*/ 0 w 24705"/>
                <a:gd name="csY1" fmla="*/ 236788 h 236788"/>
                <a:gd name="csX2" fmla="*/ 0 w 24705"/>
                <a:gd name="csY2" fmla="*/ 0 h 236788"/>
                <a:gd name="csX3" fmla="*/ 0 w 24705"/>
                <a:gd name="csY3" fmla="*/ 0 h 236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705" h="236788">
                  <a:moveTo>
                    <a:pt x="0" y="236788"/>
                  </a:moveTo>
                  <a:lnTo>
                    <a:pt x="0" y="23678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4D92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5" name="任意形状 114">
              <a:extLst>
                <a:ext uri="{FF2B5EF4-FFF2-40B4-BE49-F238E27FC236}">
                  <a16:creationId xmlns:a16="http://schemas.microsoft.com/office/drawing/2014/main" id="{A3A92EB5-2708-2748-D2BD-54E5DD966F8D}"/>
                </a:ext>
              </a:extLst>
            </p:cNvPr>
            <p:cNvSpPr/>
            <p:nvPr/>
          </p:nvSpPr>
          <p:spPr>
            <a:xfrm>
              <a:off x="8293089" y="3333576"/>
              <a:ext cx="7732" cy="236795"/>
            </a:xfrm>
            <a:custGeom>
              <a:avLst/>
              <a:gdLst>
                <a:gd name="csX0" fmla="*/ 0 w 7732"/>
                <a:gd name="csY0" fmla="*/ 236796 h 236795"/>
                <a:gd name="csX1" fmla="*/ 7733 w 7732"/>
                <a:gd name="csY1" fmla="*/ 236796 h 236795"/>
                <a:gd name="csX2" fmla="*/ 7733 w 7732"/>
                <a:gd name="csY2" fmla="*/ 0 h 236795"/>
                <a:gd name="csX3" fmla="*/ 0 w 7732"/>
                <a:gd name="csY3" fmla="*/ 0 h 236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32" h="236795">
                  <a:moveTo>
                    <a:pt x="0" y="236796"/>
                  </a:moveTo>
                  <a:lnTo>
                    <a:pt x="7733" y="236796"/>
                  </a:lnTo>
                  <a:lnTo>
                    <a:pt x="773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4D92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6" name="任意形状 115">
              <a:extLst>
                <a:ext uri="{FF2B5EF4-FFF2-40B4-BE49-F238E27FC236}">
                  <a16:creationId xmlns:a16="http://schemas.microsoft.com/office/drawing/2014/main" id="{4D3EF80F-F51A-E49B-F8B0-653CD3031CED}"/>
                </a:ext>
              </a:extLst>
            </p:cNvPr>
            <p:cNvSpPr/>
            <p:nvPr/>
          </p:nvSpPr>
          <p:spPr>
            <a:xfrm>
              <a:off x="10093010" y="3681803"/>
              <a:ext cx="541947" cy="236795"/>
            </a:xfrm>
            <a:custGeom>
              <a:avLst/>
              <a:gdLst>
                <a:gd name="csX0" fmla="*/ 0 w 541947"/>
                <a:gd name="csY0" fmla="*/ 236796 h 236795"/>
                <a:gd name="csX1" fmla="*/ 541948 w 541947"/>
                <a:gd name="csY1" fmla="*/ 236796 h 236795"/>
                <a:gd name="csX2" fmla="*/ 541948 w 541947"/>
                <a:gd name="csY2" fmla="*/ 0 h 236795"/>
                <a:gd name="csX3" fmla="*/ 0 w 541947"/>
                <a:gd name="csY3" fmla="*/ 0 h 236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1947" h="236795">
                  <a:moveTo>
                    <a:pt x="0" y="236796"/>
                  </a:moveTo>
                  <a:lnTo>
                    <a:pt x="541948" y="236796"/>
                  </a:lnTo>
                  <a:lnTo>
                    <a:pt x="5419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F4D92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7" name="任意形状 116">
              <a:extLst>
                <a:ext uri="{FF2B5EF4-FFF2-40B4-BE49-F238E27FC236}">
                  <a16:creationId xmlns:a16="http://schemas.microsoft.com/office/drawing/2014/main" id="{D79AC1A8-A0E1-FE5F-8782-34E0C344C168}"/>
                </a:ext>
              </a:extLst>
            </p:cNvPr>
            <p:cNvSpPr/>
            <p:nvPr/>
          </p:nvSpPr>
          <p:spPr>
            <a:xfrm>
              <a:off x="10847551" y="1244236"/>
              <a:ext cx="729020" cy="236790"/>
            </a:xfrm>
            <a:custGeom>
              <a:avLst/>
              <a:gdLst>
                <a:gd name="csX0" fmla="*/ 0 w 729020"/>
                <a:gd name="csY0" fmla="*/ 236791 h 236790"/>
                <a:gd name="csX1" fmla="*/ 729020 w 729020"/>
                <a:gd name="csY1" fmla="*/ 236791 h 236790"/>
                <a:gd name="csX2" fmla="*/ 729020 w 729020"/>
                <a:gd name="csY2" fmla="*/ 0 h 236790"/>
                <a:gd name="csX3" fmla="*/ 0 w 729020"/>
                <a:gd name="csY3" fmla="*/ 0 h 236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29020" h="236790">
                  <a:moveTo>
                    <a:pt x="0" y="236791"/>
                  </a:moveTo>
                  <a:lnTo>
                    <a:pt x="729020" y="236791"/>
                  </a:lnTo>
                  <a:lnTo>
                    <a:pt x="72902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8F8F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8" name="任意形状 117">
              <a:extLst>
                <a:ext uri="{FF2B5EF4-FFF2-40B4-BE49-F238E27FC236}">
                  <a16:creationId xmlns:a16="http://schemas.microsoft.com/office/drawing/2014/main" id="{F15F8A66-DE38-98AF-3151-6B227D38D06B}"/>
                </a:ext>
              </a:extLst>
            </p:cNvPr>
            <p:cNvSpPr/>
            <p:nvPr/>
          </p:nvSpPr>
          <p:spPr>
            <a:xfrm>
              <a:off x="11069237" y="1592459"/>
              <a:ext cx="507334" cy="236793"/>
            </a:xfrm>
            <a:custGeom>
              <a:avLst/>
              <a:gdLst>
                <a:gd name="csX0" fmla="*/ 0 w 507334"/>
                <a:gd name="csY0" fmla="*/ 236793 h 236793"/>
                <a:gd name="csX1" fmla="*/ 507335 w 507334"/>
                <a:gd name="csY1" fmla="*/ 236793 h 236793"/>
                <a:gd name="csX2" fmla="*/ 507335 w 507334"/>
                <a:gd name="csY2" fmla="*/ 0 h 236793"/>
                <a:gd name="csX3" fmla="*/ 0 w 507334"/>
                <a:gd name="csY3" fmla="*/ 0 h 236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07334" h="236793">
                  <a:moveTo>
                    <a:pt x="0" y="236793"/>
                  </a:moveTo>
                  <a:lnTo>
                    <a:pt x="507335" y="236793"/>
                  </a:lnTo>
                  <a:lnTo>
                    <a:pt x="5073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8F8F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19" name="任意形状 118">
              <a:extLst>
                <a:ext uri="{FF2B5EF4-FFF2-40B4-BE49-F238E27FC236}">
                  <a16:creationId xmlns:a16="http://schemas.microsoft.com/office/drawing/2014/main" id="{05A53131-806A-581D-2F28-155032A365B8}"/>
                </a:ext>
              </a:extLst>
            </p:cNvPr>
            <p:cNvSpPr/>
            <p:nvPr/>
          </p:nvSpPr>
          <p:spPr>
            <a:xfrm>
              <a:off x="9831622" y="1940684"/>
              <a:ext cx="1744950" cy="236790"/>
            </a:xfrm>
            <a:custGeom>
              <a:avLst/>
              <a:gdLst>
                <a:gd name="csX0" fmla="*/ 0 w 1744950"/>
                <a:gd name="csY0" fmla="*/ 236791 h 236790"/>
                <a:gd name="csX1" fmla="*/ 1744950 w 1744950"/>
                <a:gd name="csY1" fmla="*/ 236791 h 236790"/>
                <a:gd name="csX2" fmla="*/ 1744950 w 1744950"/>
                <a:gd name="csY2" fmla="*/ 0 h 236790"/>
                <a:gd name="csX3" fmla="*/ 0 w 1744950"/>
                <a:gd name="csY3" fmla="*/ 0 h 236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744950" h="236790">
                  <a:moveTo>
                    <a:pt x="0" y="236791"/>
                  </a:moveTo>
                  <a:lnTo>
                    <a:pt x="1744950" y="236791"/>
                  </a:lnTo>
                  <a:lnTo>
                    <a:pt x="17449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8F8F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20" name="任意形状 119">
              <a:extLst>
                <a:ext uri="{FF2B5EF4-FFF2-40B4-BE49-F238E27FC236}">
                  <a16:creationId xmlns:a16="http://schemas.microsoft.com/office/drawing/2014/main" id="{77BD2BE7-9A13-59DB-AD4B-069CA46E4C85}"/>
                </a:ext>
              </a:extLst>
            </p:cNvPr>
            <p:cNvSpPr/>
            <p:nvPr/>
          </p:nvSpPr>
          <p:spPr>
            <a:xfrm>
              <a:off x="7722161" y="2288907"/>
              <a:ext cx="3854410" cy="236793"/>
            </a:xfrm>
            <a:custGeom>
              <a:avLst/>
              <a:gdLst>
                <a:gd name="csX0" fmla="*/ 0 w 3854410"/>
                <a:gd name="csY0" fmla="*/ 236793 h 236793"/>
                <a:gd name="csX1" fmla="*/ 3854410 w 3854410"/>
                <a:gd name="csY1" fmla="*/ 236793 h 236793"/>
                <a:gd name="csX2" fmla="*/ 3854410 w 3854410"/>
                <a:gd name="csY2" fmla="*/ 0 h 236793"/>
                <a:gd name="csX3" fmla="*/ 0 w 3854410"/>
                <a:gd name="csY3" fmla="*/ 0 h 236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854410" h="236793">
                  <a:moveTo>
                    <a:pt x="0" y="236793"/>
                  </a:moveTo>
                  <a:lnTo>
                    <a:pt x="3854410" y="236793"/>
                  </a:lnTo>
                  <a:lnTo>
                    <a:pt x="38544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8F8F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21" name="任意形状 120">
              <a:extLst>
                <a:ext uri="{FF2B5EF4-FFF2-40B4-BE49-F238E27FC236}">
                  <a16:creationId xmlns:a16="http://schemas.microsoft.com/office/drawing/2014/main" id="{3CB478DB-E6E8-D5E0-85D0-5262F2AFC9B7}"/>
                </a:ext>
              </a:extLst>
            </p:cNvPr>
            <p:cNvSpPr/>
            <p:nvPr/>
          </p:nvSpPr>
          <p:spPr>
            <a:xfrm>
              <a:off x="10165274" y="2637132"/>
              <a:ext cx="1411297" cy="236790"/>
            </a:xfrm>
            <a:custGeom>
              <a:avLst/>
              <a:gdLst>
                <a:gd name="csX0" fmla="*/ 0 w 1411297"/>
                <a:gd name="csY0" fmla="*/ 236791 h 236790"/>
                <a:gd name="csX1" fmla="*/ 1411297 w 1411297"/>
                <a:gd name="csY1" fmla="*/ 236791 h 236790"/>
                <a:gd name="csX2" fmla="*/ 1411297 w 1411297"/>
                <a:gd name="csY2" fmla="*/ 0 h 236790"/>
                <a:gd name="csX3" fmla="*/ 0 w 1411297"/>
                <a:gd name="csY3" fmla="*/ 0 h 2367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11297" h="236790">
                  <a:moveTo>
                    <a:pt x="0" y="236791"/>
                  </a:moveTo>
                  <a:lnTo>
                    <a:pt x="1411297" y="236791"/>
                  </a:lnTo>
                  <a:lnTo>
                    <a:pt x="141129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8F8F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22" name="任意形状 121">
              <a:extLst>
                <a:ext uri="{FF2B5EF4-FFF2-40B4-BE49-F238E27FC236}">
                  <a16:creationId xmlns:a16="http://schemas.microsoft.com/office/drawing/2014/main" id="{E7A9C8C7-4EC3-4973-C2DC-208E70A51F2E}"/>
                </a:ext>
              </a:extLst>
            </p:cNvPr>
            <p:cNvSpPr/>
            <p:nvPr/>
          </p:nvSpPr>
          <p:spPr>
            <a:xfrm>
              <a:off x="10505301" y="2985355"/>
              <a:ext cx="1071270" cy="236788"/>
            </a:xfrm>
            <a:custGeom>
              <a:avLst/>
              <a:gdLst>
                <a:gd name="csX0" fmla="*/ 0 w 1071270"/>
                <a:gd name="csY0" fmla="*/ 236788 h 236788"/>
                <a:gd name="csX1" fmla="*/ 1071271 w 1071270"/>
                <a:gd name="csY1" fmla="*/ 236788 h 236788"/>
                <a:gd name="csX2" fmla="*/ 1071271 w 1071270"/>
                <a:gd name="csY2" fmla="*/ 0 h 236788"/>
                <a:gd name="csX3" fmla="*/ 0 w 1071270"/>
                <a:gd name="csY3" fmla="*/ 0 h 236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71270" h="236788">
                  <a:moveTo>
                    <a:pt x="0" y="236788"/>
                  </a:moveTo>
                  <a:lnTo>
                    <a:pt x="1071271" y="236788"/>
                  </a:lnTo>
                  <a:lnTo>
                    <a:pt x="10712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8F8F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23" name="任意形状 122">
              <a:extLst>
                <a:ext uri="{FF2B5EF4-FFF2-40B4-BE49-F238E27FC236}">
                  <a16:creationId xmlns:a16="http://schemas.microsoft.com/office/drawing/2014/main" id="{EFACB295-90FC-A281-E1FA-39245D677A27}"/>
                </a:ext>
              </a:extLst>
            </p:cNvPr>
            <p:cNvSpPr/>
            <p:nvPr/>
          </p:nvSpPr>
          <p:spPr>
            <a:xfrm>
              <a:off x="8300822" y="3333576"/>
              <a:ext cx="3275749" cy="236795"/>
            </a:xfrm>
            <a:custGeom>
              <a:avLst/>
              <a:gdLst>
                <a:gd name="csX0" fmla="*/ 0 w 3275749"/>
                <a:gd name="csY0" fmla="*/ 236796 h 236795"/>
                <a:gd name="csX1" fmla="*/ 3275750 w 3275749"/>
                <a:gd name="csY1" fmla="*/ 236796 h 236795"/>
                <a:gd name="csX2" fmla="*/ 3275750 w 3275749"/>
                <a:gd name="csY2" fmla="*/ 0 h 236795"/>
                <a:gd name="csX3" fmla="*/ 0 w 3275749"/>
                <a:gd name="csY3" fmla="*/ 0 h 236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275749" h="236795">
                  <a:moveTo>
                    <a:pt x="0" y="236796"/>
                  </a:moveTo>
                  <a:lnTo>
                    <a:pt x="3275750" y="236796"/>
                  </a:lnTo>
                  <a:lnTo>
                    <a:pt x="32757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8F8F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24" name="任意形状 123">
              <a:extLst>
                <a:ext uri="{FF2B5EF4-FFF2-40B4-BE49-F238E27FC236}">
                  <a16:creationId xmlns:a16="http://schemas.microsoft.com/office/drawing/2014/main" id="{B612DF66-C797-4A61-82A0-46990CF56C98}"/>
                </a:ext>
              </a:extLst>
            </p:cNvPr>
            <p:cNvSpPr/>
            <p:nvPr/>
          </p:nvSpPr>
          <p:spPr>
            <a:xfrm>
              <a:off x="10634958" y="3681803"/>
              <a:ext cx="941613" cy="236795"/>
            </a:xfrm>
            <a:custGeom>
              <a:avLst/>
              <a:gdLst>
                <a:gd name="csX0" fmla="*/ 0 w 941613"/>
                <a:gd name="csY0" fmla="*/ 236796 h 236795"/>
                <a:gd name="csX1" fmla="*/ 941614 w 941613"/>
                <a:gd name="csY1" fmla="*/ 236796 h 236795"/>
                <a:gd name="csX2" fmla="*/ 941614 w 941613"/>
                <a:gd name="csY2" fmla="*/ 0 h 236795"/>
                <a:gd name="csX3" fmla="*/ 0 w 941613"/>
                <a:gd name="csY3" fmla="*/ 0 h 236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41613" h="236795">
                  <a:moveTo>
                    <a:pt x="0" y="236796"/>
                  </a:moveTo>
                  <a:lnTo>
                    <a:pt x="941614" y="236796"/>
                  </a:lnTo>
                  <a:lnTo>
                    <a:pt x="9416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F8F8F"/>
            </a:solidFill>
            <a:ln w="13580" cap="flat">
              <a:solidFill>
                <a:srgbClr val="FFFFFF"/>
              </a:solidFill>
              <a:prstDash val="solid"/>
              <a:miter/>
            </a:ln>
          </p:spPr>
        </p:sp>
        <p:grpSp>
          <p:nvGrpSpPr>
            <p:cNvPr id="125" name="图形 4">
              <a:extLst>
                <a:ext uri="{FF2B5EF4-FFF2-40B4-BE49-F238E27FC236}">
                  <a16:creationId xmlns:a16="http://schemas.microsoft.com/office/drawing/2014/main" id="{96AD36AA-D6A5-AC1D-93FB-4E42F9ABA5BC}"/>
                </a:ext>
              </a:extLst>
            </p:cNvPr>
            <p:cNvGrpSpPr/>
            <p:nvPr/>
          </p:nvGrpSpPr>
          <p:grpSpPr>
            <a:xfrm>
              <a:off x="7046790" y="4052322"/>
              <a:ext cx="4731996" cy="646339"/>
              <a:chOff x="7046790" y="4052322"/>
              <a:chExt cx="4731996" cy="646339"/>
            </a:xfrm>
            <a:solidFill>
              <a:srgbClr val="000000"/>
            </a:solidFill>
          </p:grpSpPr>
          <p:grpSp>
            <p:nvGrpSpPr>
              <p:cNvPr id="126" name="图形 4">
                <a:extLst>
                  <a:ext uri="{FF2B5EF4-FFF2-40B4-BE49-F238E27FC236}">
                    <a16:creationId xmlns:a16="http://schemas.microsoft.com/office/drawing/2014/main" id="{6564A981-27BD-D55E-0C67-A06B545640E2}"/>
                  </a:ext>
                </a:extLst>
              </p:cNvPr>
              <p:cNvGrpSpPr/>
              <p:nvPr/>
            </p:nvGrpSpPr>
            <p:grpSpPr>
              <a:xfrm>
                <a:off x="7046790" y="4052322"/>
                <a:ext cx="380232" cy="359880"/>
                <a:chOff x="7046790" y="4052322"/>
                <a:chExt cx="380232" cy="359880"/>
              </a:xfrm>
              <a:solidFill>
                <a:srgbClr val="000000"/>
              </a:solidFill>
            </p:grpSpPr>
            <p:sp>
              <p:nvSpPr>
                <p:cNvPr id="127" name="任意形状 126">
                  <a:extLst>
                    <a:ext uri="{FF2B5EF4-FFF2-40B4-BE49-F238E27FC236}">
                      <a16:creationId xmlns:a16="http://schemas.microsoft.com/office/drawing/2014/main" id="{C93BD0AF-1F97-8CAF-2F56-0ACF3BD1667E}"/>
                    </a:ext>
                  </a:extLst>
                </p:cNvPr>
                <p:cNvSpPr/>
                <p:nvPr/>
              </p:nvSpPr>
              <p:spPr>
                <a:xfrm>
                  <a:off x="7224808" y="4052322"/>
                  <a:ext cx="24705" cy="86304"/>
                </a:xfrm>
                <a:custGeom>
                  <a:avLst/>
                  <a:gdLst>
                    <a:gd name="csX0" fmla="*/ 292 w 24705"/>
                    <a:gd name="csY0" fmla="*/ 142 h 86304"/>
                    <a:gd name="csX1" fmla="*/ 292 w 24705"/>
                    <a:gd name="csY1" fmla="*/ 86446 h 863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4705" h="86304">
                      <a:moveTo>
                        <a:pt x="292" y="142"/>
                      </a:moveTo>
                      <a:lnTo>
                        <a:pt x="292" y="86446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28" name="文本框 127">
                  <a:extLst>
                    <a:ext uri="{FF2B5EF4-FFF2-40B4-BE49-F238E27FC236}">
                      <a16:creationId xmlns:a16="http://schemas.microsoft.com/office/drawing/2014/main" id="{A1981888-1978-498A-FDA8-FCDF64CCF926}"/>
                    </a:ext>
                  </a:extLst>
                </p:cNvPr>
                <p:cNvSpPr txBox="1"/>
                <p:nvPr/>
              </p:nvSpPr>
              <p:spPr>
                <a:xfrm>
                  <a:off x="7046790" y="4150592"/>
                  <a:ext cx="38023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100" spc="0" baseline="0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0.0</a:t>
                  </a:r>
                </a:p>
              </p:txBody>
            </p:sp>
          </p:grpSp>
          <p:grpSp>
            <p:nvGrpSpPr>
              <p:cNvPr id="129" name="图形 4">
                <a:extLst>
                  <a:ext uri="{FF2B5EF4-FFF2-40B4-BE49-F238E27FC236}">
                    <a16:creationId xmlns:a16="http://schemas.microsoft.com/office/drawing/2014/main" id="{055CE8AC-7BDE-5FEF-C85E-CECC27A92CB1}"/>
                  </a:ext>
                </a:extLst>
              </p:cNvPr>
              <p:cNvGrpSpPr/>
              <p:nvPr/>
            </p:nvGrpSpPr>
            <p:grpSpPr>
              <a:xfrm>
                <a:off x="7917128" y="4052322"/>
                <a:ext cx="380232" cy="359880"/>
                <a:chOff x="7917128" y="4052322"/>
                <a:chExt cx="380232" cy="359880"/>
              </a:xfrm>
              <a:solidFill>
                <a:srgbClr val="000000"/>
              </a:solidFill>
            </p:grpSpPr>
            <p:sp>
              <p:nvSpPr>
                <p:cNvPr id="130" name="任意形状 129">
                  <a:extLst>
                    <a:ext uri="{FF2B5EF4-FFF2-40B4-BE49-F238E27FC236}">
                      <a16:creationId xmlns:a16="http://schemas.microsoft.com/office/drawing/2014/main" id="{69962A0B-7940-E517-F9E1-6DE9DF568677}"/>
                    </a:ext>
                  </a:extLst>
                </p:cNvPr>
                <p:cNvSpPr/>
                <p:nvPr/>
              </p:nvSpPr>
              <p:spPr>
                <a:xfrm>
                  <a:off x="8095146" y="4052322"/>
                  <a:ext cx="24705" cy="86304"/>
                </a:xfrm>
                <a:custGeom>
                  <a:avLst/>
                  <a:gdLst>
                    <a:gd name="csX0" fmla="*/ 328 w 24705"/>
                    <a:gd name="csY0" fmla="*/ 142 h 86304"/>
                    <a:gd name="csX1" fmla="*/ 328 w 24705"/>
                    <a:gd name="csY1" fmla="*/ 86446 h 863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4705" h="86304">
                      <a:moveTo>
                        <a:pt x="328" y="142"/>
                      </a:moveTo>
                      <a:lnTo>
                        <a:pt x="328" y="86446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31" name="文本框 130">
                  <a:extLst>
                    <a:ext uri="{FF2B5EF4-FFF2-40B4-BE49-F238E27FC236}">
                      <a16:creationId xmlns:a16="http://schemas.microsoft.com/office/drawing/2014/main" id="{4B1B6C92-CAAF-E594-D3EF-00F48C7EBF04}"/>
                    </a:ext>
                  </a:extLst>
                </p:cNvPr>
                <p:cNvSpPr txBox="1"/>
                <p:nvPr/>
              </p:nvSpPr>
              <p:spPr>
                <a:xfrm>
                  <a:off x="7917128" y="4150592"/>
                  <a:ext cx="38023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1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0.2</a:t>
                  </a:r>
                </a:p>
              </p:txBody>
            </p:sp>
          </p:grpSp>
          <p:grpSp>
            <p:nvGrpSpPr>
              <p:cNvPr id="132" name="图形 4">
                <a:extLst>
                  <a:ext uri="{FF2B5EF4-FFF2-40B4-BE49-F238E27FC236}">
                    <a16:creationId xmlns:a16="http://schemas.microsoft.com/office/drawing/2014/main" id="{0413AF63-D5E0-0F5D-9A12-62AD14B708B0}"/>
                  </a:ext>
                </a:extLst>
              </p:cNvPr>
              <p:cNvGrpSpPr/>
              <p:nvPr/>
            </p:nvGrpSpPr>
            <p:grpSpPr>
              <a:xfrm>
                <a:off x="8787491" y="4052322"/>
                <a:ext cx="380232" cy="359880"/>
                <a:chOff x="8787491" y="4052322"/>
                <a:chExt cx="380232" cy="359880"/>
              </a:xfrm>
              <a:solidFill>
                <a:srgbClr val="000000"/>
              </a:solidFill>
            </p:grpSpPr>
            <p:sp>
              <p:nvSpPr>
                <p:cNvPr id="133" name="任意形状 132">
                  <a:extLst>
                    <a:ext uri="{FF2B5EF4-FFF2-40B4-BE49-F238E27FC236}">
                      <a16:creationId xmlns:a16="http://schemas.microsoft.com/office/drawing/2014/main" id="{E3D2EF8E-C2D1-F377-2465-D5EF42DAE9F6}"/>
                    </a:ext>
                  </a:extLst>
                </p:cNvPr>
                <p:cNvSpPr/>
                <p:nvPr/>
              </p:nvSpPr>
              <p:spPr>
                <a:xfrm>
                  <a:off x="8965509" y="4052322"/>
                  <a:ext cx="24705" cy="86304"/>
                </a:xfrm>
                <a:custGeom>
                  <a:avLst/>
                  <a:gdLst>
                    <a:gd name="csX0" fmla="*/ 363 w 24705"/>
                    <a:gd name="csY0" fmla="*/ 142 h 86304"/>
                    <a:gd name="csX1" fmla="*/ 363 w 24705"/>
                    <a:gd name="csY1" fmla="*/ 86446 h 863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4705" h="86304">
                      <a:moveTo>
                        <a:pt x="363" y="142"/>
                      </a:moveTo>
                      <a:lnTo>
                        <a:pt x="363" y="86446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2B73E270-F84A-8DF9-678B-0BD9058CC4C7}"/>
                    </a:ext>
                  </a:extLst>
                </p:cNvPr>
                <p:cNvSpPr txBox="1"/>
                <p:nvPr/>
              </p:nvSpPr>
              <p:spPr>
                <a:xfrm>
                  <a:off x="8787491" y="4150592"/>
                  <a:ext cx="38023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1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0.4</a:t>
                  </a:r>
                </a:p>
              </p:txBody>
            </p:sp>
          </p:grpSp>
          <p:grpSp>
            <p:nvGrpSpPr>
              <p:cNvPr id="135" name="图形 4">
                <a:extLst>
                  <a:ext uri="{FF2B5EF4-FFF2-40B4-BE49-F238E27FC236}">
                    <a16:creationId xmlns:a16="http://schemas.microsoft.com/office/drawing/2014/main" id="{592077E3-6DFE-F23A-91F0-56FC28E04F5D}"/>
                  </a:ext>
                </a:extLst>
              </p:cNvPr>
              <p:cNvGrpSpPr/>
              <p:nvPr/>
            </p:nvGrpSpPr>
            <p:grpSpPr>
              <a:xfrm>
                <a:off x="9657853" y="4052322"/>
                <a:ext cx="380232" cy="359880"/>
                <a:chOff x="9657853" y="4052322"/>
                <a:chExt cx="380232" cy="359880"/>
              </a:xfrm>
              <a:solidFill>
                <a:srgbClr val="000000"/>
              </a:solidFill>
            </p:grpSpPr>
            <p:sp>
              <p:nvSpPr>
                <p:cNvPr id="136" name="任意形状 135">
                  <a:extLst>
                    <a:ext uri="{FF2B5EF4-FFF2-40B4-BE49-F238E27FC236}">
                      <a16:creationId xmlns:a16="http://schemas.microsoft.com/office/drawing/2014/main" id="{3C1E193D-67EF-A7B2-EBC5-B9B821A58543}"/>
                    </a:ext>
                  </a:extLst>
                </p:cNvPr>
                <p:cNvSpPr/>
                <p:nvPr/>
              </p:nvSpPr>
              <p:spPr>
                <a:xfrm>
                  <a:off x="9835871" y="4052322"/>
                  <a:ext cx="24705" cy="86304"/>
                </a:xfrm>
                <a:custGeom>
                  <a:avLst/>
                  <a:gdLst>
                    <a:gd name="csX0" fmla="*/ 398 w 24705"/>
                    <a:gd name="csY0" fmla="*/ 142 h 86304"/>
                    <a:gd name="csX1" fmla="*/ 398 w 24705"/>
                    <a:gd name="csY1" fmla="*/ 86446 h 863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4705" h="86304">
                      <a:moveTo>
                        <a:pt x="398" y="142"/>
                      </a:moveTo>
                      <a:lnTo>
                        <a:pt x="398" y="86446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59F1338A-2881-2D4B-55DB-BB73B67B7604}"/>
                    </a:ext>
                  </a:extLst>
                </p:cNvPr>
                <p:cNvSpPr txBox="1"/>
                <p:nvPr/>
              </p:nvSpPr>
              <p:spPr>
                <a:xfrm>
                  <a:off x="9657853" y="4150592"/>
                  <a:ext cx="38023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1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0.6</a:t>
                  </a:r>
                </a:p>
              </p:txBody>
            </p:sp>
          </p:grpSp>
          <p:grpSp>
            <p:nvGrpSpPr>
              <p:cNvPr id="138" name="图形 4">
                <a:extLst>
                  <a:ext uri="{FF2B5EF4-FFF2-40B4-BE49-F238E27FC236}">
                    <a16:creationId xmlns:a16="http://schemas.microsoft.com/office/drawing/2014/main" id="{4E4F8AF2-A3E4-F0B3-44AE-57A206AE2EA6}"/>
                  </a:ext>
                </a:extLst>
              </p:cNvPr>
              <p:cNvGrpSpPr/>
              <p:nvPr/>
            </p:nvGrpSpPr>
            <p:grpSpPr>
              <a:xfrm>
                <a:off x="10528191" y="4052322"/>
                <a:ext cx="380232" cy="359880"/>
                <a:chOff x="10528191" y="4052322"/>
                <a:chExt cx="380232" cy="359880"/>
              </a:xfrm>
              <a:solidFill>
                <a:srgbClr val="000000"/>
              </a:solidFill>
            </p:grpSpPr>
            <p:sp>
              <p:nvSpPr>
                <p:cNvPr id="139" name="任意形状 138">
                  <a:extLst>
                    <a:ext uri="{FF2B5EF4-FFF2-40B4-BE49-F238E27FC236}">
                      <a16:creationId xmlns:a16="http://schemas.microsoft.com/office/drawing/2014/main" id="{0B92A9D8-7293-E01C-25BF-035DAEEE1712}"/>
                    </a:ext>
                  </a:extLst>
                </p:cNvPr>
                <p:cNvSpPr/>
                <p:nvPr/>
              </p:nvSpPr>
              <p:spPr>
                <a:xfrm>
                  <a:off x="10706209" y="4052322"/>
                  <a:ext cx="24705" cy="86304"/>
                </a:xfrm>
                <a:custGeom>
                  <a:avLst/>
                  <a:gdLst>
                    <a:gd name="csX0" fmla="*/ 433 w 24705"/>
                    <a:gd name="csY0" fmla="*/ 142 h 86304"/>
                    <a:gd name="csX1" fmla="*/ 433 w 24705"/>
                    <a:gd name="csY1" fmla="*/ 86446 h 863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4705" h="86304">
                      <a:moveTo>
                        <a:pt x="433" y="142"/>
                      </a:moveTo>
                      <a:lnTo>
                        <a:pt x="433" y="86446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955BCC67-0F1C-2D4D-3A23-E3AECCD69E1A}"/>
                    </a:ext>
                  </a:extLst>
                </p:cNvPr>
                <p:cNvSpPr txBox="1"/>
                <p:nvPr/>
              </p:nvSpPr>
              <p:spPr>
                <a:xfrm>
                  <a:off x="10528191" y="4150592"/>
                  <a:ext cx="38023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1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0.8</a:t>
                  </a:r>
                </a:p>
              </p:txBody>
            </p:sp>
          </p:grpSp>
          <p:grpSp>
            <p:nvGrpSpPr>
              <p:cNvPr id="141" name="图形 4">
                <a:extLst>
                  <a:ext uri="{FF2B5EF4-FFF2-40B4-BE49-F238E27FC236}">
                    <a16:creationId xmlns:a16="http://schemas.microsoft.com/office/drawing/2014/main" id="{56A9A31E-04D9-665C-1887-D5DE893FF1C2}"/>
                  </a:ext>
                </a:extLst>
              </p:cNvPr>
              <p:cNvGrpSpPr/>
              <p:nvPr/>
            </p:nvGrpSpPr>
            <p:grpSpPr>
              <a:xfrm>
                <a:off x="11398554" y="4052322"/>
                <a:ext cx="380232" cy="359880"/>
                <a:chOff x="11398554" y="4052322"/>
                <a:chExt cx="380232" cy="359880"/>
              </a:xfrm>
              <a:solidFill>
                <a:srgbClr val="000000"/>
              </a:solidFill>
            </p:grpSpPr>
            <p:sp>
              <p:nvSpPr>
                <p:cNvPr id="142" name="任意形状 141">
                  <a:extLst>
                    <a:ext uri="{FF2B5EF4-FFF2-40B4-BE49-F238E27FC236}">
                      <a16:creationId xmlns:a16="http://schemas.microsoft.com/office/drawing/2014/main" id="{8976A24C-3871-AEA8-0C71-EB3CD974D6A1}"/>
                    </a:ext>
                  </a:extLst>
                </p:cNvPr>
                <p:cNvSpPr/>
                <p:nvPr/>
              </p:nvSpPr>
              <p:spPr>
                <a:xfrm>
                  <a:off x="11576572" y="4052322"/>
                  <a:ext cx="24705" cy="86304"/>
                </a:xfrm>
                <a:custGeom>
                  <a:avLst/>
                  <a:gdLst>
                    <a:gd name="csX0" fmla="*/ 469 w 24705"/>
                    <a:gd name="csY0" fmla="*/ 142 h 86304"/>
                    <a:gd name="csX1" fmla="*/ 469 w 24705"/>
                    <a:gd name="csY1" fmla="*/ 86446 h 863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4705" h="86304">
                      <a:moveTo>
                        <a:pt x="469" y="142"/>
                      </a:moveTo>
                      <a:lnTo>
                        <a:pt x="469" y="86446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43" name="文本框 142">
                  <a:extLst>
                    <a:ext uri="{FF2B5EF4-FFF2-40B4-BE49-F238E27FC236}">
                      <a16:creationId xmlns:a16="http://schemas.microsoft.com/office/drawing/2014/main" id="{88961F8F-35FB-F947-9E24-4B368CEB515E}"/>
                    </a:ext>
                  </a:extLst>
                </p:cNvPr>
                <p:cNvSpPr txBox="1"/>
                <p:nvPr/>
              </p:nvSpPr>
              <p:spPr>
                <a:xfrm>
                  <a:off x="11398554" y="4150592"/>
                  <a:ext cx="38023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1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1.0</a:t>
                  </a:r>
                </a:p>
              </p:txBody>
            </p:sp>
          </p:grpSp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145B140E-9335-8F94-8078-5ED86829CFB5}"/>
                  </a:ext>
                </a:extLst>
              </p:cNvPr>
              <p:cNvSpPr txBox="1"/>
              <p:nvPr/>
            </p:nvSpPr>
            <p:spPr>
              <a:xfrm>
                <a:off x="8224442" y="4421662"/>
                <a:ext cx="272382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2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Share of absolute pooled contribution</a:t>
                </a:r>
              </a:p>
            </p:txBody>
          </p:sp>
        </p:grpSp>
        <p:grpSp>
          <p:nvGrpSpPr>
            <p:cNvPr id="145" name="图形 4">
              <a:extLst>
                <a:ext uri="{FF2B5EF4-FFF2-40B4-BE49-F238E27FC236}">
                  <a16:creationId xmlns:a16="http://schemas.microsoft.com/office/drawing/2014/main" id="{7D92CD71-80E2-13FF-563D-342197541AD2}"/>
                </a:ext>
              </a:extLst>
            </p:cNvPr>
            <p:cNvGrpSpPr/>
            <p:nvPr/>
          </p:nvGrpSpPr>
          <p:grpSpPr>
            <a:xfrm>
              <a:off x="7138337" y="1362632"/>
              <a:ext cx="86470" cy="2437557"/>
              <a:chOff x="7138337" y="1362632"/>
              <a:chExt cx="86470" cy="2437557"/>
            </a:xfrm>
            <a:solidFill>
              <a:srgbClr val="000000"/>
            </a:solidFill>
          </p:grpSpPr>
          <p:sp>
            <p:nvSpPr>
              <p:cNvPr id="146" name="任意形状 145">
                <a:extLst>
                  <a:ext uri="{FF2B5EF4-FFF2-40B4-BE49-F238E27FC236}">
                    <a16:creationId xmlns:a16="http://schemas.microsoft.com/office/drawing/2014/main" id="{4962CC53-AEFA-7A79-5877-53FD5F92C413}"/>
                  </a:ext>
                </a:extLst>
              </p:cNvPr>
              <p:cNvSpPr/>
              <p:nvPr/>
            </p:nvSpPr>
            <p:spPr>
              <a:xfrm>
                <a:off x="7138337" y="1362632"/>
                <a:ext cx="86470" cy="24658"/>
              </a:xfrm>
              <a:custGeom>
                <a:avLst/>
                <a:gdLst>
                  <a:gd name="csX0" fmla="*/ 86763 w 86470"/>
                  <a:gd name="csY0" fmla="*/ 33 h 24658"/>
                  <a:gd name="csX1" fmla="*/ 292 w 86470"/>
                  <a:gd name="csY1" fmla="*/ 33 h 246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6470" h="24658">
                    <a:moveTo>
                      <a:pt x="86763" y="33"/>
                    </a:moveTo>
                    <a:lnTo>
                      <a:pt x="292" y="33"/>
                    </a:lnTo>
                  </a:path>
                </a:pathLst>
              </a:custGeom>
              <a:solidFill>
                <a:srgbClr val="000000"/>
              </a:solidFill>
              <a:ln w="19752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47" name="任意形状 146">
                <a:extLst>
                  <a:ext uri="{FF2B5EF4-FFF2-40B4-BE49-F238E27FC236}">
                    <a16:creationId xmlns:a16="http://schemas.microsoft.com/office/drawing/2014/main" id="{9B3656FF-95AC-332E-D480-2C0EFB4DF483}"/>
                  </a:ext>
                </a:extLst>
              </p:cNvPr>
              <p:cNvSpPr/>
              <p:nvPr/>
            </p:nvSpPr>
            <p:spPr>
              <a:xfrm>
                <a:off x="7138337" y="1710857"/>
                <a:ext cx="86470" cy="24658"/>
              </a:xfrm>
              <a:custGeom>
                <a:avLst/>
                <a:gdLst>
                  <a:gd name="csX0" fmla="*/ 86763 w 86470"/>
                  <a:gd name="csY0" fmla="*/ 47 h 24658"/>
                  <a:gd name="csX1" fmla="*/ 292 w 86470"/>
                  <a:gd name="csY1" fmla="*/ 47 h 246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6470" h="24658">
                    <a:moveTo>
                      <a:pt x="86763" y="47"/>
                    </a:moveTo>
                    <a:lnTo>
                      <a:pt x="292" y="47"/>
                    </a:lnTo>
                  </a:path>
                </a:pathLst>
              </a:custGeom>
              <a:solidFill>
                <a:srgbClr val="000000"/>
              </a:solidFill>
              <a:ln w="19752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48" name="任意形状 147">
                <a:extLst>
                  <a:ext uri="{FF2B5EF4-FFF2-40B4-BE49-F238E27FC236}">
                    <a16:creationId xmlns:a16="http://schemas.microsoft.com/office/drawing/2014/main" id="{1164687F-F2BD-18FE-F475-13D3BBE63A3F}"/>
                  </a:ext>
                </a:extLst>
              </p:cNvPr>
              <p:cNvSpPr/>
              <p:nvPr/>
            </p:nvSpPr>
            <p:spPr>
              <a:xfrm>
                <a:off x="7138337" y="2059080"/>
                <a:ext cx="86470" cy="24658"/>
              </a:xfrm>
              <a:custGeom>
                <a:avLst/>
                <a:gdLst>
                  <a:gd name="csX0" fmla="*/ 86763 w 86470"/>
                  <a:gd name="csY0" fmla="*/ 61 h 24658"/>
                  <a:gd name="csX1" fmla="*/ 292 w 86470"/>
                  <a:gd name="csY1" fmla="*/ 61 h 246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6470" h="24658">
                    <a:moveTo>
                      <a:pt x="86763" y="61"/>
                    </a:moveTo>
                    <a:lnTo>
                      <a:pt x="292" y="61"/>
                    </a:lnTo>
                  </a:path>
                </a:pathLst>
              </a:custGeom>
              <a:solidFill>
                <a:srgbClr val="000000"/>
              </a:solidFill>
              <a:ln w="19752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49" name="任意形状 148">
                <a:extLst>
                  <a:ext uri="{FF2B5EF4-FFF2-40B4-BE49-F238E27FC236}">
                    <a16:creationId xmlns:a16="http://schemas.microsoft.com/office/drawing/2014/main" id="{FBB03236-EE19-192E-848A-EBCCA527D57A}"/>
                  </a:ext>
                </a:extLst>
              </p:cNvPr>
              <p:cNvSpPr/>
              <p:nvPr/>
            </p:nvSpPr>
            <p:spPr>
              <a:xfrm>
                <a:off x="7138337" y="2407303"/>
                <a:ext cx="86470" cy="24658"/>
              </a:xfrm>
              <a:custGeom>
                <a:avLst/>
                <a:gdLst>
                  <a:gd name="csX0" fmla="*/ 86763 w 86470"/>
                  <a:gd name="csY0" fmla="*/ 75 h 24658"/>
                  <a:gd name="csX1" fmla="*/ 292 w 86470"/>
                  <a:gd name="csY1" fmla="*/ 75 h 246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6470" h="24658">
                    <a:moveTo>
                      <a:pt x="86763" y="75"/>
                    </a:moveTo>
                    <a:lnTo>
                      <a:pt x="292" y="75"/>
                    </a:lnTo>
                  </a:path>
                </a:pathLst>
              </a:custGeom>
              <a:solidFill>
                <a:srgbClr val="000000"/>
              </a:solidFill>
              <a:ln w="19752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50" name="任意形状 149">
                <a:extLst>
                  <a:ext uri="{FF2B5EF4-FFF2-40B4-BE49-F238E27FC236}">
                    <a16:creationId xmlns:a16="http://schemas.microsoft.com/office/drawing/2014/main" id="{A402DCC5-D19B-9904-EEC3-05FEF49BF786}"/>
                  </a:ext>
                </a:extLst>
              </p:cNvPr>
              <p:cNvSpPr/>
              <p:nvPr/>
            </p:nvSpPr>
            <p:spPr>
              <a:xfrm>
                <a:off x="7138337" y="2755528"/>
                <a:ext cx="86470" cy="24658"/>
              </a:xfrm>
              <a:custGeom>
                <a:avLst/>
                <a:gdLst>
                  <a:gd name="csX0" fmla="*/ 86763 w 86470"/>
                  <a:gd name="csY0" fmla="*/ 89 h 24658"/>
                  <a:gd name="csX1" fmla="*/ 292 w 86470"/>
                  <a:gd name="csY1" fmla="*/ 89 h 246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6470" h="24658">
                    <a:moveTo>
                      <a:pt x="86763" y="89"/>
                    </a:moveTo>
                    <a:lnTo>
                      <a:pt x="292" y="89"/>
                    </a:lnTo>
                  </a:path>
                </a:pathLst>
              </a:custGeom>
              <a:solidFill>
                <a:srgbClr val="000000"/>
              </a:solidFill>
              <a:ln w="19752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51" name="任意形状 150">
                <a:extLst>
                  <a:ext uri="{FF2B5EF4-FFF2-40B4-BE49-F238E27FC236}">
                    <a16:creationId xmlns:a16="http://schemas.microsoft.com/office/drawing/2014/main" id="{08587E91-4E8A-C99C-6F0B-4A83BFA7012B}"/>
                  </a:ext>
                </a:extLst>
              </p:cNvPr>
              <p:cNvSpPr/>
              <p:nvPr/>
            </p:nvSpPr>
            <p:spPr>
              <a:xfrm>
                <a:off x="7138337" y="3103758"/>
                <a:ext cx="86470" cy="24658"/>
              </a:xfrm>
              <a:custGeom>
                <a:avLst/>
                <a:gdLst>
                  <a:gd name="csX0" fmla="*/ 86763 w 86470"/>
                  <a:gd name="csY0" fmla="*/ 103 h 24658"/>
                  <a:gd name="csX1" fmla="*/ 292 w 86470"/>
                  <a:gd name="csY1" fmla="*/ 103 h 246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6470" h="24658">
                    <a:moveTo>
                      <a:pt x="86763" y="103"/>
                    </a:moveTo>
                    <a:lnTo>
                      <a:pt x="292" y="103"/>
                    </a:lnTo>
                  </a:path>
                </a:pathLst>
              </a:custGeom>
              <a:solidFill>
                <a:srgbClr val="000000"/>
              </a:solidFill>
              <a:ln w="19752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52" name="任意形状 151">
                <a:extLst>
                  <a:ext uri="{FF2B5EF4-FFF2-40B4-BE49-F238E27FC236}">
                    <a16:creationId xmlns:a16="http://schemas.microsoft.com/office/drawing/2014/main" id="{B6C47055-5F18-4088-B3FE-AF3A822A0712}"/>
                  </a:ext>
                </a:extLst>
              </p:cNvPr>
              <p:cNvSpPr/>
              <p:nvPr/>
            </p:nvSpPr>
            <p:spPr>
              <a:xfrm>
                <a:off x="7138337" y="3451986"/>
                <a:ext cx="86470" cy="24658"/>
              </a:xfrm>
              <a:custGeom>
                <a:avLst/>
                <a:gdLst>
                  <a:gd name="csX0" fmla="*/ 86763 w 86470"/>
                  <a:gd name="csY0" fmla="*/ 117 h 24658"/>
                  <a:gd name="csX1" fmla="*/ 292 w 86470"/>
                  <a:gd name="csY1" fmla="*/ 117 h 246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6470" h="24658">
                    <a:moveTo>
                      <a:pt x="86763" y="117"/>
                    </a:moveTo>
                    <a:lnTo>
                      <a:pt x="292" y="117"/>
                    </a:lnTo>
                  </a:path>
                </a:pathLst>
              </a:custGeom>
              <a:solidFill>
                <a:srgbClr val="000000"/>
              </a:solidFill>
              <a:ln w="19752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53" name="任意形状 152">
                <a:extLst>
                  <a:ext uri="{FF2B5EF4-FFF2-40B4-BE49-F238E27FC236}">
                    <a16:creationId xmlns:a16="http://schemas.microsoft.com/office/drawing/2014/main" id="{1AD2EC58-456B-3179-6171-DDDDC6AECCA3}"/>
                  </a:ext>
                </a:extLst>
              </p:cNvPr>
              <p:cNvSpPr/>
              <p:nvPr/>
            </p:nvSpPr>
            <p:spPr>
              <a:xfrm>
                <a:off x="7138337" y="3800189"/>
                <a:ext cx="86470" cy="24658"/>
              </a:xfrm>
              <a:custGeom>
                <a:avLst/>
                <a:gdLst>
                  <a:gd name="csX0" fmla="*/ 86763 w 86470"/>
                  <a:gd name="csY0" fmla="*/ 131 h 24658"/>
                  <a:gd name="csX1" fmla="*/ 292 w 86470"/>
                  <a:gd name="csY1" fmla="*/ 131 h 246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6470" h="24658">
                    <a:moveTo>
                      <a:pt x="86763" y="131"/>
                    </a:moveTo>
                    <a:lnTo>
                      <a:pt x="292" y="131"/>
                    </a:lnTo>
                  </a:path>
                </a:pathLst>
              </a:custGeom>
              <a:solidFill>
                <a:srgbClr val="000000"/>
              </a:solidFill>
              <a:ln w="19752" cap="flat">
                <a:solidFill>
                  <a:srgbClr val="000000"/>
                </a:solidFill>
                <a:prstDash val="solid"/>
                <a:round/>
              </a:ln>
            </p:spPr>
          </p:sp>
        </p:grpSp>
        <p:sp>
          <p:nvSpPr>
            <p:cNvPr id="154" name="任意形状 153">
              <a:extLst>
                <a:ext uri="{FF2B5EF4-FFF2-40B4-BE49-F238E27FC236}">
                  <a16:creationId xmlns:a16="http://schemas.microsoft.com/office/drawing/2014/main" id="{05980E8B-FE0B-06B9-83F2-FC581637BE31}"/>
                </a:ext>
              </a:extLst>
            </p:cNvPr>
            <p:cNvSpPr/>
            <p:nvPr/>
          </p:nvSpPr>
          <p:spPr>
            <a:xfrm>
              <a:off x="7224808" y="1110518"/>
              <a:ext cx="24705" cy="2941804"/>
            </a:xfrm>
            <a:custGeom>
              <a:avLst/>
              <a:gdLst>
                <a:gd name="csX0" fmla="*/ 0 w 24705"/>
                <a:gd name="csY0" fmla="*/ 2941805 h 2941804"/>
                <a:gd name="csX1" fmla="*/ 0 w 24705"/>
                <a:gd name="csY1" fmla="*/ 0 h 29418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4705" h="2941804">
                  <a:moveTo>
                    <a:pt x="0" y="2941805"/>
                  </a:moveTo>
                  <a:lnTo>
                    <a:pt x="0" y="0"/>
                  </a:lnTo>
                </a:path>
              </a:pathLst>
            </a:custGeom>
            <a:noFill/>
            <a:ln w="1975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5" name="任意形状 154">
              <a:extLst>
                <a:ext uri="{FF2B5EF4-FFF2-40B4-BE49-F238E27FC236}">
                  <a16:creationId xmlns:a16="http://schemas.microsoft.com/office/drawing/2014/main" id="{7F659FFD-8D6E-F0DB-9C3D-02B78521C1B4}"/>
                </a:ext>
              </a:extLst>
            </p:cNvPr>
            <p:cNvSpPr/>
            <p:nvPr/>
          </p:nvSpPr>
          <p:spPr>
            <a:xfrm>
              <a:off x="7224808" y="4052322"/>
              <a:ext cx="4351763" cy="24658"/>
            </a:xfrm>
            <a:custGeom>
              <a:avLst/>
              <a:gdLst>
                <a:gd name="csX0" fmla="*/ 0 w 4351763"/>
                <a:gd name="csY0" fmla="*/ 0 h 24658"/>
                <a:gd name="csX1" fmla="*/ 4351764 w 4351763"/>
                <a:gd name="csY1" fmla="*/ 0 h 24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1763" h="24658">
                  <a:moveTo>
                    <a:pt x="0" y="0"/>
                  </a:moveTo>
                  <a:lnTo>
                    <a:pt x="4351764" y="0"/>
                  </a:lnTo>
                </a:path>
              </a:pathLst>
            </a:custGeom>
            <a:noFill/>
            <a:ln w="1975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A9F5F8B8-C666-8406-D940-6C7D04FBE8D6}"/>
                </a:ext>
              </a:extLst>
            </p:cNvPr>
            <p:cNvSpPr txBox="1"/>
            <p:nvPr/>
          </p:nvSpPr>
          <p:spPr>
            <a:xfrm>
              <a:off x="6371220" y="302638"/>
              <a:ext cx="372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b</a:t>
              </a:r>
            </a:p>
          </p:txBody>
        </p: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B178FD9F-D908-2EDD-C4B4-A5395BAB05DE}"/>
                </a:ext>
              </a:extLst>
            </p:cNvPr>
            <p:cNvSpPr txBox="1"/>
            <p:nvPr/>
          </p:nvSpPr>
          <p:spPr>
            <a:xfrm>
              <a:off x="6806414" y="360694"/>
              <a:ext cx="57935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0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Mathematical contribution by potential source</a:t>
              </a:r>
            </a:p>
          </p:txBody>
        </p:sp>
        <p:grpSp>
          <p:nvGrpSpPr>
            <p:cNvPr id="158" name="图形 4">
              <a:extLst>
                <a:ext uri="{FF2B5EF4-FFF2-40B4-BE49-F238E27FC236}">
                  <a16:creationId xmlns:a16="http://schemas.microsoft.com/office/drawing/2014/main" id="{80594301-0B21-8393-FA30-6E723D89EF6E}"/>
                </a:ext>
              </a:extLst>
            </p:cNvPr>
            <p:cNvGrpSpPr/>
            <p:nvPr/>
          </p:nvGrpSpPr>
          <p:grpSpPr>
            <a:xfrm>
              <a:off x="7898159" y="4746435"/>
              <a:ext cx="3250137" cy="679052"/>
              <a:chOff x="7898159" y="4746435"/>
              <a:chExt cx="3250137" cy="679052"/>
            </a:xfrm>
          </p:grpSpPr>
          <p:sp>
            <p:nvSpPr>
              <p:cNvPr id="159" name="任意形状 158">
                <a:extLst>
                  <a:ext uri="{FF2B5EF4-FFF2-40B4-BE49-F238E27FC236}">
                    <a16:creationId xmlns:a16="http://schemas.microsoft.com/office/drawing/2014/main" id="{52D6E541-6273-40CB-AE61-8E8A4EEA5F58}"/>
                  </a:ext>
                </a:extLst>
              </p:cNvPr>
              <p:cNvSpPr/>
              <p:nvPr/>
            </p:nvSpPr>
            <p:spPr>
              <a:xfrm>
                <a:off x="7898159" y="4823032"/>
                <a:ext cx="301411" cy="105292"/>
              </a:xfrm>
              <a:custGeom>
                <a:avLst/>
                <a:gdLst>
                  <a:gd name="csX0" fmla="*/ 0 w 301411"/>
                  <a:gd name="csY0" fmla="*/ 105292 h 105292"/>
                  <a:gd name="csX1" fmla="*/ 301411 w 301411"/>
                  <a:gd name="csY1" fmla="*/ 105292 h 105292"/>
                  <a:gd name="csX2" fmla="*/ 301411 w 301411"/>
                  <a:gd name="csY2" fmla="*/ 0 h 105292"/>
                  <a:gd name="csX3" fmla="*/ 0 w 301411"/>
                  <a:gd name="csY3" fmla="*/ 0 h 1052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01411" h="105292">
                    <a:moveTo>
                      <a:pt x="0" y="105292"/>
                    </a:moveTo>
                    <a:lnTo>
                      <a:pt x="301411" y="105292"/>
                    </a:lnTo>
                    <a:lnTo>
                      <a:pt x="30141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64342"/>
              </a:solidFill>
              <a:ln w="13580" cap="flat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B5B26706-934A-EA5A-4269-7A6B4641F2E9}"/>
                  </a:ext>
                </a:extLst>
              </p:cNvPr>
              <p:cNvSpPr txBox="1"/>
              <p:nvPr/>
            </p:nvSpPr>
            <p:spPr>
              <a:xfrm>
                <a:off x="8228695" y="4746435"/>
                <a:ext cx="87235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Granulocyte</a:t>
                </a:r>
              </a:p>
            </p:txBody>
          </p:sp>
          <p:sp>
            <p:nvSpPr>
              <p:cNvPr id="161" name="任意形状 160">
                <a:extLst>
                  <a:ext uri="{FF2B5EF4-FFF2-40B4-BE49-F238E27FC236}">
                    <a16:creationId xmlns:a16="http://schemas.microsoft.com/office/drawing/2014/main" id="{DF7A4EA1-FE58-59AF-86FD-7C4A42AC7635}"/>
                  </a:ext>
                </a:extLst>
              </p:cNvPr>
              <p:cNvSpPr/>
              <p:nvPr/>
            </p:nvSpPr>
            <p:spPr>
              <a:xfrm>
                <a:off x="7898159" y="5039410"/>
                <a:ext cx="301411" cy="105291"/>
              </a:xfrm>
              <a:custGeom>
                <a:avLst/>
                <a:gdLst>
                  <a:gd name="csX0" fmla="*/ 0 w 301411"/>
                  <a:gd name="csY0" fmla="*/ 105292 h 105291"/>
                  <a:gd name="csX1" fmla="*/ 301411 w 301411"/>
                  <a:gd name="csY1" fmla="*/ 105292 h 105291"/>
                  <a:gd name="csX2" fmla="*/ 301411 w 301411"/>
                  <a:gd name="csY2" fmla="*/ 0 h 105291"/>
                  <a:gd name="csX3" fmla="*/ 0 w 301411"/>
                  <a:gd name="csY3" fmla="*/ 0 h 1052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01411" h="105291">
                    <a:moveTo>
                      <a:pt x="0" y="105292"/>
                    </a:moveTo>
                    <a:lnTo>
                      <a:pt x="301411" y="105292"/>
                    </a:lnTo>
                    <a:lnTo>
                      <a:pt x="30141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892B"/>
              </a:solidFill>
              <a:ln w="13580" cap="flat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4F02B570-62AD-CD9D-EB9A-09BCA4E69E15}"/>
                  </a:ext>
                </a:extLst>
              </p:cNvPr>
              <p:cNvSpPr txBox="1"/>
              <p:nvPr/>
            </p:nvSpPr>
            <p:spPr>
              <a:xfrm>
                <a:off x="8228695" y="4962814"/>
                <a:ext cx="73770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Monocyte</a:t>
                </a:r>
              </a:p>
            </p:txBody>
          </p:sp>
          <p:sp>
            <p:nvSpPr>
              <p:cNvPr id="163" name="任意形状 162">
                <a:extLst>
                  <a:ext uri="{FF2B5EF4-FFF2-40B4-BE49-F238E27FC236}">
                    <a16:creationId xmlns:a16="http://schemas.microsoft.com/office/drawing/2014/main" id="{2429C701-8A01-DD41-16BD-64409EE3E202}"/>
                  </a:ext>
                </a:extLst>
              </p:cNvPr>
              <p:cNvSpPr/>
              <p:nvPr/>
            </p:nvSpPr>
            <p:spPr>
              <a:xfrm>
                <a:off x="7898159" y="5255764"/>
                <a:ext cx="301411" cy="105291"/>
              </a:xfrm>
              <a:custGeom>
                <a:avLst/>
                <a:gdLst>
                  <a:gd name="csX0" fmla="*/ 0 w 301411"/>
                  <a:gd name="csY0" fmla="*/ 105292 h 105291"/>
                  <a:gd name="csX1" fmla="*/ 301411 w 301411"/>
                  <a:gd name="csY1" fmla="*/ 105292 h 105291"/>
                  <a:gd name="csX2" fmla="*/ 301411 w 301411"/>
                  <a:gd name="csY2" fmla="*/ 0 h 105291"/>
                  <a:gd name="csX3" fmla="*/ 0 w 301411"/>
                  <a:gd name="csY3" fmla="*/ 0 h 1052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01411" h="105291">
                    <a:moveTo>
                      <a:pt x="0" y="105292"/>
                    </a:moveTo>
                    <a:lnTo>
                      <a:pt x="301411" y="105292"/>
                    </a:lnTo>
                    <a:lnTo>
                      <a:pt x="30141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A4D8E"/>
              </a:solidFill>
              <a:ln w="13580" cap="flat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26B23E5E-91CC-78E3-4D2B-393476E9F2C7}"/>
                  </a:ext>
                </a:extLst>
              </p:cNvPr>
              <p:cNvSpPr txBox="1"/>
              <p:nvPr/>
            </p:nvSpPr>
            <p:spPr>
              <a:xfrm>
                <a:off x="8228695" y="5179192"/>
                <a:ext cx="68961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Dendritic</a:t>
                </a:r>
              </a:p>
            </p:txBody>
          </p:sp>
          <p:sp>
            <p:nvSpPr>
              <p:cNvPr id="165" name="任意形状 164">
                <a:extLst>
                  <a:ext uri="{FF2B5EF4-FFF2-40B4-BE49-F238E27FC236}">
                    <a16:creationId xmlns:a16="http://schemas.microsoft.com/office/drawing/2014/main" id="{DEADDFD3-C18B-7F83-096C-F1F5A108FE5B}"/>
                  </a:ext>
                </a:extLst>
              </p:cNvPr>
              <p:cNvSpPr/>
              <p:nvPr/>
            </p:nvSpPr>
            <p:spPr>
              <a:xfrm>
                <a:off x="9434048" y="4823032"/>
                <a:ext cx="301411" cy="105292"/>
              </a:xfrm>
              <a:custGeom>
                <a:avLst/>
                <a:gdLst>
                  <a:gd name="csX0" fmla="*/ 0 w 301411"/>
                  <a:gd name="csY0" fmla="*/ 105292 h 105292"/>
                  <a:gd name="csX1" fmla="*/ 301412 w 301411"/>
                  <a:gd name="csY1" fmla="*/ 105292 h 105292"/>
                  <a:gd name="csX2" fmla="*/ 301412 w 301411"/>
                  <a:gd name="csY2" fmla="*/ 0 h 105292"/>
                  <a:gd name="csX3" fmla="*/ 0 w 301411"/>
                  <a:gd name="csY3" fmla="*/ 0 h 1052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01411" h="105292">
                    <a:moveTo>
                      <a:pt x="0" y="105292"/>
                    </a:moveTo>
                    <a:lnTo>
                      <a:pt x="301412" y="105292"/>
                    </a:lnTo>
                    <a:lnTo>
                      <a:pt x="3014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775BA"/>
              </a:solidFill>
              <a:ln w="13580" cap="flat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CC20EAF2-6F98-8DEF-BCA6-7F6B6D3AE843}"/>
                  </a:ext>
                </a:extLst>
              </p:cNvPr>
              <p:cNvSpPr txBox="1"/>
              <p:nvPr/>
            </p:nvSpPr>
            <p:spPr>
              <a:xfrm>
                <a:off x="9764584" y="4746435"/>
                <a:ext cx="992579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B Lymphocyte</a:t>
                </a:r>
              </a:p>
            </p:txBody>
          </p:sp>
          <p:sp>
            <p:nvSpPr>
              <p:cNvPr id="167" name="任意形状 166">
                <a:extLst>
                  <a:ext uri="{FF2B5EF4-FFF2-40B4-BE49-F238E27FC236}">
                    <a16:creationId xmlns:a16="http://schemas.microsoft.com/office/drawing/2014/main" id="{C0C3E230-C557-7481-D2CB-B9A5651CE091}"/>
                  </a:ext>
                </a:extLst>
              </p:cNvPr>
              <p:cNvSpPr/>
              <p:nvPr/>
            </p:nvSpPr>
            <p:spPr>
              <a:xfrm>
                <a:off x="9434048" y="5039410"/>
                <a:ext cx="301411" cy="105291"/>
              </a:xfrm>
              <a:custGeom>
                <a:avLst/>
                <a:gdLst>
                  <a:gd name="csX0" fmla="*/ 0 w 301411"/>
                  <a:gd name="csY0" fmla="*/ 105292 h 105291"/>
                  <a:gd name="csX1" fmla="*/ 301412 w 301411"/>
                  <a:gd name="csY1" fmla="*/ 105292 h 105291"/>
                  <a:gd name="csX2" fmla="*/ 301412 w 301411"/>
                  <a:gd name="csY2" fmla="*/ 0 h 105291"/>
                  <a:gd name="csX3" fmla="*/ 0 w 301411"/>
                  <a:gd name="csY3" fmla="*/ 0 h 1052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01411" h="105291">
                    <a:moveTo>
                      <a:pt x="0" y="105292"/>
                    </a:moveTo>
                    <a:lnTo>
                      <a:pt x="301412" y="105292"/>
                    </a:lnTo>
                    <a:lnTo>
                      <a:pt x="3014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F4D92"/>
              </a:solidFill>
              <a:ln w="13580" cap="flat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686E18BD-B318-AEB2-564A-9E667FF4B716}"/>
                  </a:ext>
                </a:extLst>
              </p:cNvPr>
              <p:cNvSpPr txBox="1"/>
              <p:nvPr/>
            </p:nvSpPr>
            <p:spPr>
              <a:xfrm>
                <a:off x="9764584" y="4962814"/>
                <a:ext cx="98616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 Lymphocyte</a:t>
                </a:r>
              </a:p>
            </p:txBody>
          </p:sp>
          <p:sp>
            <p:nvSpPr>
              <p:cNvPr id="169" name="任意形状 168">
                <a:extLst>
                  <a:ext uri="{FF2B5EF4-FFF2-40B4-BE49-F238E27FC236}">
                    <a16:creationId xmlns:a16="http://schemas.microsoft.com/office/drawing/2014/main" id="{9644AF0B-6C41-CB03-C3C3-2556F6698BD2}"/>
                  </a:ext>
                </a:extLst>
              </p:cNvPr>
              <p:cNvSpPr/>
              <p:nvPr/>
            </p:nvSpPr>
            <p:spPr>
              <a:xfrm>
                <a:off x="9434048" y="5255863"/>
                <a:ext cx="301411" cy="105291"/>
              </a:xfrm>
              <a:custGeom>
                <a:avLst/>
                <a:gdLst>
                  <a:gd name="csX0" fmla="*/ 0 w 301411"/>
                  <a:gd name="csY0" fmla="*/ 105292 h 105291"/>
                  <a:gd name="csX1" fmla="*/ 301412 w 301411"/>
                  <a:gd name="csY1" fmla="*/ 105292 h 105291"/>
                  <a:gd name="csX2" fmla="*/ 301412 w 301411"/>
                  <a:gd name="csY2" fmla="*/ 0 h 105291"/>
                  <a:gd name="csX3" fmla="*/ 0 w 301411"/>
                  <a:gd name="csY3" fmla="*/ 0 h 1052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01411" h="105291">
                    <a:moveTo>
                      <a:pt x="0" y="105292"/>
                    </a:moveTo>
                    <a:lnTo>
                      <a:pt x="301412" y="105292"/>
                    </a:lnTo>
                    <a:lnTo>
                      <a:pt x="3014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F8F8F"/>
              </a:solidFill>
              <a:ln w="13580" cap="flat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6C7B1AA2-65F2-F6FD-FA51-E73361F68EB9}"/>
                  </a:ext>
                </a:extLst>
              </p:cNvPr>
              <p:cNvSpPr txBox="1"/>
              <p:nvPr/>
            </p:nvSpPr>
            <p:spPr>
              <a:xfrm>
                <a:off x="9764584" y="5179266"/>
                <a:ext cx="138371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0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Broad Or Unresolved</a:t>
                </a:r>
              </a:p>
            </p:txBody>
          </p:sp>
        </p:grpSp>
      </p:grpSp>
      <p:grpSp>
        <p:nvGrpSpPr>
          <p:cNvPr id="171" name="图形 4">
            <a:extLst>
              <a:ext uri="{FF2B5EF4-FFF2-40B4-BE49-F238E27FC236}">
                <a16:creationId xmlns:a16="http://schemas.microsoft.com/office/drawing/2014/main" id="{48C9A7A7-D0E2-FAB6-2ADA-1EE66E0695CE}"/>
              </a:ext>
            </a:extLst>
          </p:cNvPr>
          <p:cNvGrpSpPr/>
          <p:nvPr/>
        </p:nvGrpSpPr>
        <p:grpSpPr>
          <a:xfrm>
            <a:off x="685954" y="5974622"/>
            <a:ext cx="10390604" cy="6414598"/>
            <a:chOff x="769081" y="5558986"/>
            <a:chExt cx="10390604" cy="6414598"/>
          </a:xfrm>
        </p:grpSpPr>
        <p:sp>
          <p:nvSpPr>
            <p:cNvPr id="172" name="任意形状 171">
              <a:extLst>
                <a:ext uri="{FF2B5EF4-FFF2-40B4-BE49-F238E27FC236}">
                  <a16:creationId xmlns:a16="http://schemas.microsoft.com/office/drawing/2014/main" id="{C08C01AC-C176-DFF5-511F-2CCFDD98A5FD}"/>
                </a:ext>
              </a:extLst>
            </p:cNvPr>
            <p:cNvSpPr/>
            <p:nvPr/>
          </p:nvSpPr>
          <p:spPr>
            <a:xfrm>
              <a:off x="1650746" y="6184348"/>
              <a:ext cx="9508939" cy="4954589"/>
            </a:xfrm>
            <a:custGeom>
              <a:avLst/>
              <a:gdLst>
                <a:gd name="csX0" fmla="*/ 0 w 9508939"/>
                <a:gd name="csY0" fmla="*/ 4954589 h 4954589"/>
                <a:gd name="csX1" fmla="*/ 9508939 w 9508939"/>
                <a:gd name="csY1" fmla="*/ 4954589 h 4954589"/>
                <a:gd name="csX2" fmla="*/ 9508939 w 9508939"/>
                <a:gd name="csY2" fmla="*/ 0 h 4954589"/>
                <a:gd name="csX3" fmla="*/ 0 w 9508939"/>
                <a:gd name="csY3" fmla="*/ 0 h 4954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508939" h="4954589">
                  <a:moveTo>
                    <a:pt x="0" y="4954589"/>
                  </a:moveTo>
                  <a:lnTo>
                    <a:pt x="9508939" y="4954589"/>
                  </a:lnTo>
                  <a:lnTo>
                    <a:pt x="95089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4690" cap="flat">
              <a:noFill/>
              <a:prstDash val="solid"/>
              <a:round/>
            </a:ln>
          </p:spPr>
        </p:sp>
        <p:pic>
          <p:nvPicPr>
            <p:cNvPr id="173" name="图片 172">
              <a:extLst>
                <a:ext uri="{FF2B5EF4-FFF2-40B4-BE49-F238E27FC236}">
                  <a16:creationId xmlns:a16="http://schemas.microsoft.com/office/drawing/2014/main" id="{44A1CFFB-22A9-65AC-70C6-B0D7DE0BC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V="1">
              <a:off x="1654304" y="6178282"/>
              <a:ext cx="9498908" cy="4953405"/>
            </a:xfrm>
            <a:custGeom>
              <a:avLst/>
              <a:gdLst>
                <a:gd name="csX0" fmla="*/ 0 w 9498908"/>
                <a:gd name="csY0" fmla="*/ 456 h 4953405"/>
                <a:gd name="csX1" fmla="*/ 9498909 w 9498908"/>
                <a:gd name="csY1" fmla="*/ 456 h 4953405"/>
                <a:gd name="csX2" fmla="*/ 9498909 w 9498908"/>
                <a:gd name="csY2" fmla="*/ 4953861 h 4953405"/>
                <a:gd name="csX3" fmla="*/ 0 w 9498908"/>
                <a:gd name="csY3" fmla="*/ 4953861 h 49534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498908" h="4953405">
                  <a:moveTo>
                    <a:pt x="0" y="456"/>
                  </a:moveTo>
                  <a:lnTo>
                    <a:pt x="9498909" y="456"/>
                  </a:lnTo>
                  <a:lnTo>
                    <a:pt x="9498909" y="4953861"/>
                  </a:lnTo>
                  <a:lnTo>
                    <a:pt x="0" y="4953861"/>
                  </a:lnTo>
                  <a:close/>
                </a:path>
              </a:pathLst>
            </a:custGeom>
          </p:spPr>
        </p:pic>
        <p:sp>
          <p:nvSpPr>
            <p:cNvPr id="174" name="任意形状 173">
              <a:extLst>
                <a:ext uri="{FF2B5EF4-FFF2-40B4-BE49-F238E27FC236}">
                  <a16:creationId xmlns:a16="http://schemas.microsoft.com/office/drawing/2014/main" id="{96D3D1D3-AA8B-DDB8-DDF4-B61E67C59FFC}"/>
                </a:ext>
              </a:extLst>
            </p:cNvPr>
            <p:cNvSpPr/>
            <p:nvPr/>
          </p:nvSpPr>
          <p:spPr>
            <a:xfrm>
              <a:off x="8011171" y="10532017"/>
              <a:ext cx="1014298" cy="594541"/>
            </a:xfrm>
            <a:custGeom>
              <a:avLst/>
              <a:gdLst>
                <a:gd name="csX0" fmla="*/ 0 w 1014298"/>
                <a:gd name="csY0" fmla="*/ 0 h 594541"/>
                <a:gd name="csX1" fmla="*/ 1014299 w 1014298"/>
                <a:gd name="csY1" fmla="*/ 0 h 594541"/>
                <a:gd name="csX2" fmla="*/ 1014299 w 1014298"/>
                <a:gd name="csY2" fmla="*/ 594542 h 594541"/>
                <a:gd name="csX3" fmla="*/ 0 w 1014298"/>
                <a:gd name="csY3" fmla="*/ 594542 h 594541"/>
                <a:gd name="csX4" fmla="*/ 0 w 1014298"/>
                <a:gd name="csY4" fmla="*/ 0 h 5945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14298" h="594541">
                  <a:moveTo>
                    <a:pt x="0" y="0"/>
                  </a:moveTo>
                  <a:lnTo>
                    <a:pt x="1014299" y="0"/>
                  </a:lnTo>
                  <a:lnTo>
                    <a:pt x="1014299" y="594542"/>
                  </a:lnTo>
                  <a:lnTo>
                    <a:pt x="0" y="594542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44443" cap="flat">
              <a:solidFill>
                <a:srgbClr val="FFD700"/>
              </a:solidFill>
              <a:prstDash val="solid"/>
              <a:miter/>
            </a:ln>
          </p:spPr>
        </p:sp>
        <p:grpSp>
          <p:nvGrpSpPr>
            <p:cNvPr id="175" name="图形 4">
              <a:extLst>
                <a:ext uri="{FF2B5EF4-FFF2-40B4-BE49-F238E27FC236}">
                  <a16:creationId xmlns:a16="http://schemas.microsoft.com/office/drawing/2014/main" id="{9F8ECED8-867E-E36A-92DF-CCC389FA27C9}"/>
                </a:ext>
              </a:extLst>
            </p:cNvPr>
            <p:cNvGrpSpPr/>
            <p:nvPr/>
          </p:nvGrpSpPr>
          <p:grpSpPr>
            <a:xfrm>
              <a:off x="987203" y="11304986"/>
              <a:ext cx="9675169" cy="668598"/>
              <a:chOff x="987203" y="11304986"/>
              <a:chExt cx="9675169" cy="668598"/>
            </a:xfrm>
            <a:solidFill>
              <a:srgbClr val="000000"/>
            </a:solidFill>
          </p:grpSpPr>
          <p:sp>
            <p:nvSpPr>
              <p:cNvPr id="176" name="文本框 175">
                <a:extLst>
                  <a:ext uri="{FF2B5EF4-FFF2-40B4-BE49-F238E27FC236}">
                    <a16:creationId xmlns:a16="http://schemas.microsoft.com/office/drawing/2014/main" id="{2977B168-2D7E-AB2C-559B-7FCE63ED3C27}"/>
                  </a:ext>
                </a:extLst>
              </p:cNvPr>
              <p:cNvSpPr txBox="1"/>
              <p:nvPr/>
            </p:nvSpPr>
            <p:spPr>
              <a:xfrm rot="19320002">
                <a:off x="987203" y="11532811"/>
                <a:ext cx="12186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Inflammatory</a:t>
                </a:r>
              </a:p>
            </p:txBody>
          </p:sp>
          <p:sp>
            <p:nvSpPr>
              <p:cNvPr id="177" name="文本框 176">
                <a:extLst>
                  <a:ext uri="{FF2B5EF4-FFF2-40B4-BE49-F238E27FC236}">
                    <a16:creationId xmlns:a16="http://schemas.microsoft.com/office/drawing/2014/main" id="{1D25A18A-F55A-E839-D8F6-C62056DC8F47}"/>
                  </a:ext>
                </a:extLst>
              </p:cNvPr>
              <p:cNvSpPr txBox="1"/>
              <p:nvPr/>
            </p:nvSpPr>
            <p:spPr>
              <a:xfrm rot="19320002">
                <a:off x="2171317" y="11483334"/>
                <a:ext cx="109036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TNF/NF-kB</a:t>
                </a:r>
              </a:p>
            </p:txBody>
          </p:sp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0B173B0D-48D9-FA8B-7FF2-D7C298422AEE}"/>
                  </a:ext>
                </a:extLst>
              </p:cNvPr>
              <p:cNvSpPr txBox="1"/>
              <p:nvPr/>
            </p:nvSpPr>
            <p:spPr>
              <a:xfrm rot="19320002">
                <a:off x="3676558" y="11310326"/>
                <a:ext cx="63671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IFN-α</a:t>
                </a:r>
              </a:p>
            </p:txBody>
          </p:sp>
          <p:sp>
            <p:nvSpPr>
              <p:cNvPr id="179" name="文本框 178">
                <a:extLst>
                  <a:ext uri="{FF2B5EF4-FFF2-40B4-BE49-F238E27FC236}">
                    <a16:creationId xmlns:a16="http://schemas.microsoft.com/office/drawing/2014/main" id="{E7022BF8-0D9F-BCF2-F4FB-54F7977416E2}"/>
                  </a:ext>
                </a:extLst>
              </p:cNvPr>
              <p:cNvSpPr txBox="1"/>
              <p:nvPr/>
            </p:nvSpPr>
            <p:spPr>
              <a:xfrm rot="19320002">
                <a:off x="4747185" y="11304986"/>
                <a:ext cx="6222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IFN-γ</a:t>
                </a:r>
              </a:p>
            </p:txBody>
          </p:sp>
          <p:sp>
            <p:nvSpPr>
              <p:cNvPr id="180" name="文本框 179">
                <a:extLst>
                  <a:ext uri="{FF2B5EF4-FFF2-40B4-BE49-F238E27FC236}">
                    <a16:creationId xmlns:a16="http://schemas.microsoft.com/office/drawing/2014/main" id="{A2EC8C23-22CF-5CEC-FCAE-FAC2C57BC441}"/>
                  </a:ext>
                </a:extLst>
              </p:cNvPr>
              <p:cNvSpPr txBox="1"/>
              <p:nvPr/>
            </p:nvSpPr>
            <p:spPr>
              <a:xfrm rot="19320002">
                <a:off x="5232688" y="11525284"/>
                <a:ext cx="119936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Complement</a:t>
                </a:r>
              </a:p>
            </p:txBody>
          </p:sp>
          <p:sp>
            <p:nvSpPr>
              <p:cNvPr id="181" name="文本框 180">
                <a:extLst>
                  <a:ext uri="{FF2B5EF4-FFF2-40B4-BE49-F238E27FC236}">
                    <a16:creationId xmlns:a16="http://schemas.microsoft.com/office/drawing/2014/main" id="{A4804B56-BA66-A1A7-BED5-64CB32B0874D}"/>
                  </a:ext>
                </a:extLst>
              </p:cNvPr>
              <p:cNvSpPr txBox="1"/>
              <p:nvPr/>
            </p:nvSpPr>
            <p:spPr>
              <a:xfrm rot="19320002">
                <a:off x="6347926" y="11502636"/>
                <a:ext cx="114005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Coagulation</a:t>
                </a:r>
              </a:p>
            </p:txBody>
          </p:sp>
          <p:sp>
            <p:nvSpPr>
              <p:cNvPr id="182" name="文本框 181">
                <a:extLst>
                  <a:ext uri="{FF2B5EF4-FFF2-40B4-BE49-F238E27FC236}">
                    <a16:creationId xmlns:a16="http://schemas.microsoft.com/office/drawing/2014/main" id="{9FD487D4-D3E7-6EED-BE7B-86A2799D9C1F}"/>
                  </a:ext>
                </a:extLst>
              </p:cNvPr>
              <p:cNvSpPr txBox="1"/>
              <p:nvPr/>
            </p:nvSpPr>
            <p:spPr>
              <a:xfrm rot="19320002">
                <a:off x="7719091" y="11381148"/>
                <a:ext cx="82266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OxPhos</a:t>
                </a:r>
              </a:p>
            </p:txBody>
          </p:sp>
          <p:sp>
            <p:nvSpPr>
              <p:cNvPr id="183" name="文本框 182">
                <a:extLst>
                  <a:ext uri="{FF2B5EF4-FFF2-40B4-BE49-F238E27FC236}">
                    <a16:creationId xmlns:a16="http://schemas.microsoft.com/office/drawing/2014/main" id="{D315C1C6-92B9-4018-AC3D-6AC9C11EA148}"/>
                  </a:ext>
                </a:extLst>
              </p:cNvPr>
              <p:cNvSpPr txBox="1"/>
              <p:nvPr/>
            </p:nvSpPr>
            <p:spPr>
              <a:xfrm rot="19320002">
                <a:off x="8628018" y="11438038"/>
                <a:ext cx="9717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Apoptosis</a:t>
                </a:r>
              </a:p>
            </p:txBody>
          </p:sp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7C2E8EE4-E6FE-98AE-BCCC-371618A1E4F9}"/>
                  </a:ext>
                </a:extLst>
              </p:cNvPr>
              <p:cNvSpPr txBox="1"/>
              <p:nvPr/>
            </p:nvSpPr>
            <p:spPr>
              <a:xfrm rot="19320002">
                <a:off x="9094314" y="11665807"/>
                <a:ext cx="156805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Allograft rejection</a:t>
                </a:r>
              </a:p>
            </p:txBody>
          </p:sp>
        </p:grpSp>
        <p:grpSp>
          <p:nvGrpSpPr>
            <p:cNvPr id="185" name="图形 4">
              <a:extLst>
                <a:ext uri="{FF2B5EF4-FFF2-40B4-BE49-F238E27FC236}">
                  <a16:creationId xmlns:a16="http://schemas.microsoft.com/office/drawing/2014/main" id="{27B978E0-F757-25C8-2925-361B844ED457}"/>
                </a:ext>
              </a:extLst>
            </p:cNvPr>
            <p:cNvGrpSpPr/>
            <p:nvPr/>
          </p:nvGrpSpPr>
          <p:grpSpPr>
            <a:xfrm>
              <a:off x="769081" y="6336160"/>
              <a:ext cx="792205" cy="4643067"/>
              <a:chOff x="769081" y="6336160"/>
              <a:chExt cx="792205" cy="4643067"/>
            </a:xfrm>
            <a:solidFill>
              <a:srgbClr val="000000"/>
            </a:solidFill>
          </p:grpSpPr>
          <p:sp>
            <p:nvSpPr>
              <p:cNvPr id="186" name="文本框 185">
                <a:extLst>
                  <a:ext uri="{FF2B5EF4-FFF2-40B4-BE49-F238E27FC236}">
                    <a16:creationId xmlns:a16="http://schemas.microsoft.com/office/drawing/2014/main" id="{2C6CBAD5-138F-3AD3-1188-6447B3E82B54}"/>
                  </a:ext>
                </a:extLst>
              </p:cNvPr>
              <p:cNvSpPr txBox="1"/>
              <p:nvPr/>
            </p:nvSpPr>
            <p:spPr>
              <a:xfrm>
                <a:off x="769081" y="6336160"/>
                <a:ext cx="7922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SIG001</a:t>
                </a:r>
              </a:p>
            </p:txBody>
          </p:sp>
          <p:sp>
            <p:nvSpPr>
              <p:cNvPr id="187" name="文本框 186">
                <a:extLst>
                  <a:ext uri="{FF2B5EF4-FFF2-40B4-BE49-F238E27FC236}">
                    <a16:creationId xmlns:a16="http://schemas.microsoft.com/office/drawing/2014/main" id="{23E777FF-98E4-FFC1-8EAB-CD7303F88F59}"/>
                  </a:ext>
                </a:extLst>
              </p:cNvPr>
              <p:cNvSpPr txBox="1"/>
              <p:nvPr/>
            </p:nvSpPr>
            <p:spPr>
              <a:xfrm>
                <a:off x="769081" y="6955509"/>
                <a:ext cx="7922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SIG002</a:t>
                </a:r>
              </a:p>
            </p:txBody>
          </p:sp>
          <p:sp>
            <p:nvSpPr>
              <p:cNvPr id="188" name="文本框 187">
                <a:extLst>
                  <a:ext uri="{FF2B5EF4-FFF2-40B4-BE49-F238E27FC236}">
                    <a16:creationId xmlns:a16="http://schemas.microsoft.com/office/drawing/2014/main" id="{AF0E8A61-F161-687B-873B-6954AD851DC2}"/>
                  </a:ext>
                </a:extLst>
              </p:cNvPr>
              <p:cNvSpPr txBox="1"/>
              <p:nvPr/>
            </p:nvSpPr>
            <p:spPr>
              <a:xfrm>
                <a:off x="769081" y="7574832"/>
                <a:ext cx="7922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SIG003</a:t>
                </a:r>
              </a:p>
            </p:txBody>
          </p:sp>
          <p:sp>
            <p:nvSpPr>
              <p:cNvPr id="189" name="文本框 188">
                <a:extLst>
                  <a:ext uri="{FF2B5EF4-FFF2-40B4-BE49-F238E27FC236}">
                    <a16:creationId xmlns:a16="http://schemas.microsoft.com/office/drawing/2014/main" id="{EBE392AF-90F3-7DF9-F6B3-B487C30EF125}"/>
                  </a:ext>
                </a:extLst>
              </p:cNvPr>
              <p:cNvSpPr txBox="1"/>
              <p:nvPr/>
            </p:nvSpPr>
            <p:spPr>
              <a:xfrm>
                <a:off x="769081" y="8194156"/>
                <a:ext cx="7922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SIG004</a:t>
                </a:r>
              </a:p>
            </p:txBody>
          </p:sp>
          <p:sp>
            <p:nvSpPr>
              <p:cNvPr id="190" name="文本框 189">
                <a:extLst>
                  <a:ext uri="{FF2B5EF4-FFF2-40B4-BE49-F238E27FC236}">
                    <a16:creationId xmlns:a16="http://schemas.microsoft.com/office/drawing/2014/main" id="{E8816D5F-56CA-0241-666A-10B8DE169904}"/>
                  </a:ext>
                </a:extLst>
              </p:cNvPr>
              <p:cNvSpPr txBox="1"/>
              <p:nvPr/>
            </p:nvSpPr>
            <p:spPr>
              <a:xfrm>
                <a:off x="769081" y="8813480"/>
                <a:ext cx="7922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SIG022</a:t>
                </a:r>
              </a:p>
            </p:txBody>
          </p:sp>
          <p:sp>
            <p:nvSpPr>
              <p:cNvPr id="191" name="文本框 190">
                <a:extLst>
                  <a:ext uri="{FF2B5EF4-FFF2-40B4-BE49-F238E27FC236}">
                    <a16:creationId xmlns:a16="http://schemas.microsoft.com/office/drawing/2014/main" id="{58BC37E7-8EF7-88CD-F246-1117E0F928DE}"/>
                  </a:ext>
                </a:extLst>
              </p:cNvPr>
              <p:cNvSpPr txBox="1"/>
              <p:nvPr/>
            </p:nvSpPr>
            <p:spPr>
              <a:xfrm>
                <a:off x="769081" y="9432803"/>
                <a:ext cx="7922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SIG023</a:t>
                </a:r>
              </a:p>
            </p:txBody>
          </p:sp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814D4DBC-3FF1-E058-FCB6-B293114D4836}"/>
                  </a:ext>
                </a:extLst>
              </p:cNvPr>
              <p:cNvSpPr txBox="1"/>
              <p:nvPr/>
            </p:nvSpPr>
            <p:spPr>
              <a:xfrm>
                <a:off x="769081" y="10052127"/>
                <a:ext cx="7922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SIG033</a:t>
                </a:r>
              </a:p>
            </p:txBody>
          </p:sp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869E41A6-E50B-88C0-6085-9118B8DBFC53}"/>
                  </a:ext>
                </a:extLst>
              </p:cNvPr>
              <p:cNvSpPr txBox="1"/>
              <p:nvPr/>
            </p:nvSpPr>
            <p:spPr>
              <a:xfrm>
                <a:off x="769081" y="10671450"/>
                <a:ext cx="7922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4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SIG034</a:t>
                </a:r>
              </a:p>
            </p:txBody>
          </p:sp>
        </p:grpSp>
        <p:sp>
          <p:nvSpPr>
            <p:cNvPr id="194" name="任意形状 193">
              <a:extLst>
                <a:ext uri="{FF2B5EF4-FFF2-40B4-BE49-F238E27FC236}">
                  <a16:creationId xmlns:a16="http://schemas.microsoft.com/office/drawing/2014/main" id="{97066C52-B840-B8C8-C58C-785C45842F8F}"/>
                </a:ext>
              </a:extLst>
            </p:cNvPr>
            <p:cNvSpPr/>
            <p:nvPr/>
          </p:nvSpPr>
          <p:spPr>
            <a:xfrm>
              <a:off x="1650746" y="6184348"/>
              <a:ext cx="24705" cy="4954589"/>
            </a:xfrm>
            <a:custGeom>
              <a:avLst/>
              <a:gdLst>
                <a:gd name="csX0" fmla="*/ 0 w 24705"/>
                <a:gd name="csY0" fmla="*/ 4954589 h 4954589"/>
                <a:gd name="csX1" fmla="*/ 0 w 24705"/>
                <a:gd name="csY1" fmla="*/ 0 h 49545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4705" h="4954589">
                  <a:moveTo>
                    <a:pt x="0" y="4954589"/>
                  </a:moveTo>
                  <a:lnTo>
                    <a:pt x="0" y="0"/>
                  </a:lnTo>
                </a:path>
              </a:pathLst>
            </a:custGeom>
            <a:noFill/>
            <a:ln w="1975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5" name="任意形状 194">
              <a:extLst>
                <a:ext uri="{FF2B5EF4-FFF2-40B4-BE49-F238E27FC236}">
                  <a16:creationId xmlns:a16="http://schemas.microsoft.com/office/drawing/2014/main" id="{7E8234C6-AB6A-4C89-4C0C-70E4A95A7957}"/>
                </a:ext>
              </a:extLst>
            </p:cNvPr>
            <p:cNvSpPr/>
            <p:nvPr/>
          </p:nvSpPr>
          <p:spPr>
            <a:xfrm>
              <a:off x="1650746" y="11138938"/>
              <a:ext cx="9508939" cy="24658"/>
            </a:xfrm>
            <a:custGeom>
              <a:avLst/>
              <a:gdLst>
                <a:gd name="csX0" fmla="*/ 0 w 9508939"/>
                <a:gd name="csY0" fmla="*/ 0 h 24658"/>
                <a:gd name="csX1" fmla="*/ 9508939 w 9508939"/>
                <a:gd name="csY1" fmla="*/ 0 h 24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08939" h="24658">
                  <a:moveTo>
                    <a:pt x="0" y="0"/>
                  </a:moveTo>
                  <a:lnTo>
                    <a:pt x="9508939" y="0"/>
                  </a:lnTo>
                </a:path>
              </a:pathLst>
            </a:custGeom>
            <a:noFill/>
            <a:ln w="19752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799EFD28-6547-A581-70E0-612A0242EC78}"/>
                </a:ext>
              </a:extLst>
            </p:cNvPr>
            <p:cNvSpPr txBox="1"/>
            <p:nvPr/>
          </p:nvSpPr>
          <p:spPr>
            <a:xfrm>
              <a:off x="1914477" y="6333506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0.33</a:t>
              </a:r>
            </a:p>
          </p:txBody>
        </p:sp>
        <p:sp>
          <p:nvSpPr>
            <p:cNvPr id="197" name="文本框 196">
              <a:extLst>
                <a:ext uri="{FF2B5EF4-FFF2-40B4-BE49-F238E27FC236}">
                  <a16:creationId xmlns:a16="http://schemas.microsoft.com/office/drawing/2014/main" id="{BBFD2406-8467-9BBA-3647-A9E42B085A8D}"/>
                </a:ext>
              </a:extLst>
            </p:cNvPr>
            <p:cNvSpPr txBox="1"/>
            <p:nvPr/>
          </p:nvSpPr>
          <p:spPr>
            <a:xfrm>
              <a:off x="2971033" y="6333506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0.23</a:t>
              </a:r>
            </a:p>
          </p:txBody>
        </p:sp>
        <p:sp>
          <p:nvSpPr>
            <p:cNvPr id="198" name="文本框 197">
              <a:extLst>
                <a:ext uri="{FF2B5EF4-FFF2-40B4-BE49-F238E27FC236}">
                  <a16:creationId xmlns:a16="http://schemas.microsoft.com/office/drawing/2014/main" id="{9C0A8CC8-A80C-65F9-F493-9DA3E86A9F48}"/>
                </a:ext>
              </a:extLst>
            </p:cNvPr>
            <p:cNvSpPr txBox="1"/>
            <p:nvPr/>
          </p:nvSpPr>
          <p:spPr>
            <a:xfrm>
              <a:off x="4027579" y="6333506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0.06</a:t>
              </a:r>
            </a:p>
          </p:txBody>
        </p:sp>
        <p:sp>
          <p:nvSpPr>
            <p:cNvPr id="199" name="文本框 198">
              <a:extLst>
                <a:ext uri="{FF2B5EF4-FFF2-40B4-BE49-F238E27FC236}">
                  <a16:creationId xmlns:a16="http://schemas.microsoft.com/office/drawing/2014/main" id="{C90AB5C9-4353-5096-411A-B351C5D3BA7F}"/>
                </a:ext>
              </a:extLst>
            </p:cNvPr>
            <p:cNvSpPr txBox="1"/>
            <p:nvPr/>
          </p:nvSpPr>
          <p:spPr>
            <a:xfrm>
              <a:off x="5084125" y="6333506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0.05</a:t>
              </a:r>
            </a:p>
          </p:txBody>
        </p:sp>
        <p:sp>
          <p:nvSpPr>
            <p:cNvPr id="200" name="文本框 199">
              <a:extLst>
                <a:ext uri="{FF2B5EF4-FFF2-40B4-BE49-F238E27FC236}">
                  <a16:creationId xmlns:a16="http://schemas.microsoft.com/office/drawing/2014/main" id="{A0BCC9EA-DE05-0B7A-15B6-11E1CA76B0D5}"/>
                </a:ext>
              </a:extLst>
            </p:cNvPr>
            <p:cNvSpPr txBox="1"/>
            <p:nvPr/>
          </p:nvSpPr>
          <p:spPr>
            <a:xfrm>
              <a:off x="6140671" y="6333506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0.21</a:t>
              </a:r>
            </a:p>
          </p:txBody>
        </p:sp>
        <p:sp>
          <p:nvSpPr>
            <p:cNvPr id="201" name="文本框 200">
              <a:extLst>
                <a:ext uri="{FF2B5EF4-FFF2-40B4-BE49-F238E27FC236}">
                  <a16:creationId xmlns:a16="http://schemas.microsoft.com/office/drawing/2014/main" id="{2E278F42-F79E-CF2A-A2A1-54F5FA1FDABC}"/>
                </a:ext>
              </a:extLst>
            </p:cNvPr>
            <p:cNvSpPr txBox="1"/>
            <p:nvPr/>
          </p:nvSpPr>
          <p:spPr>
            <a:xfrm>
              <a:off x="7197217" y="6333506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0.15</a:t>
              </a:r>
            </a:p>
          </p:txBody>
        </p:sp>
        <p:sp>
          <p:nvSpPr>
            <p:cNvPr id="202" name="文本框 201">
              <a:extLst>
                <a:ext uri="{FF2B5EF4-FFF2-40B4-BE49-F238E27FC236}">
                  <a16:creationId xmlns:a16="http://schemas.microsoft.com/office/drawing/2014/main" id="{622D414C-2E31-FA12-1D92-7D97BAF814BE}"/>
                </a:ext>
              </a:extLst>
            </p:cNvPr>
            <p:cNvSpPr txBox="1"/>
            <p:nvPr/>
          </p:nvSpPr>
          <p:spPr>
            <a:xfrm>
              <a:off x="8253763" y="6333506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0.02</a:t>
              </a:r>
            </a:p>
          </p:txBody>
        </p:sp>
        <p:sp>
          <p:nvSpPr>
            <p:cNvPr id="203" name="文本框 202">
              <a:extLst>
                <a:ext uri="{FF2B5EF4-FFF2-40B4-BE49-F238E27FC236}">
                  <a16:creationId xmlns:a16="http://schemas.microsoft.com/office/drawing/2014/main" id="{B1BE1511-FF95-C0EE-A794-5D9EAFC3D80D}"/>
                </a:ext>
              </a:extLst>
            </p:cNvPr>
            <p:cNvSpPr txBox="1"/>
            <p:nvPr/>
          </p:nvSpPr>
          <p:spPr>
            <a:xfrm>
              <a:off x="9310309" y="6333506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0.24</a:t>
              </a:r>
            </a:p>
          </p:txBody>
        </p:sp>
        <p:sp>
          <p:nvSpPr>
            <p:cNvPr id="204" name="文本框 203">
              <a:extLst>
                <a:ext uri="{FF2B5EF4-FFF2-40B4-BE49-F238E27FC236}">
                  <a16:creationId xmlns:a16="http://schemas.microsoft.com/office/drawing/2014/main" id="{7736DC5A-5C02-B8B6-4662-A4F5AD80EEEC}"/>
                </a:ext>
              </a:extLst>
            </p:cNvPr>
            <p:cNvSpPr txBox="1"/>
            <p:nvPr/>
          </p:nvSpPr>
          <p:spPr>
            <a:xfrm>
              <a:off x="10337262" y="6333506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-0.26</a:t>
              </a:r>
            </a:p>
          </p:txBody>
        </p:sp>
        <p:sp>
          <p:nvSpPr>
            <p:cNvPr id="205" name="文本框 204">
              <a:extLst>
                <a:ext uri="{FF2B5EF4-FFF2-40B4-BE49-F238E27FC236}">
                  <a16:creationId xmlns:a16="http://schemas.microsoft.com/office/drawing/2014/main" id="{1520ADA0-BC5E-4C8A-2994-392BC2DA3C16}"/>
                </a:ext>
              </a:extLst>
            </p:cNvPr>
            <p:cNvSpPr txBox="1"/>
            <p:nvPr/>
          </p:nvSpPr>
          <p:spPr>
            <a:xfrm>
              <a:off x="1914477" y="6952829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0.09</a:t>
              </a:r>
            </a:p>
          </p:txBody>
        </p:sp>
        <p:sp>
          <p:nvSpPr>
            <p:cNvPr id="206" name="文本框 205">
              <a:extLst>
                <a:ext uri="{FF2B5EF4-FFF2-40B4-BE49-F238E27FC236}">
                  <a16:creationId xmlns:a16="http://schemas.microsoft.com/office/drawing/2014/main" id="{DA222052-5230-4978-28B3-A21C36515C92}"/>
                </a:ext>
              </a:extLst>
            </p:cNvPr>
            <p:cNvSpPr txBox="1"/>
            <p:nvPr/>
          </p:nvSpPr>
          <p:spPr>
            <a:xfrm>
              <a:off x="2941414" y="6952829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-0.03</a:t>
              </a:r>
            </a:p>
          </p:txBody>
        </p:sp>
        <p:sp>
          <p:nvSpPr>
            <p:cNvPr id="207" name="文本框 206">
              <a:extLst>
                <a:ext uri="{FF2B5EF4-FFF2-40B4-BE49-F238E27FC236}">
                  <a16:creationId xmlns:a16="http://schemas.microsoft.com/office/drawing/2014/main" id="{AC44EA12-0604-5397-01FA-78144CE7E569}"/>
                </a:ext>
              </a:extLst>
            </p:cNvPr>
            <p:cNvSpPr txBox="1"/>
            <p:nvPr/>
          </p:nvSpPr>
          <p:spPr>
            <a:xfrm>
              <a:off x="4027579" y="6952829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0.03</a:t>
              </a:r>
            </a:p>
          </p:txBody>
        </p: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2FA93115-24C4-82E6-3226-ED15ADFEAFF0}"/>
                </a:ext>
              </a:extLst>
            </p:cNvPr>
            <p:cNvSpPr txBox="1"/>
            <p:nvPr/>
          </p:nvSpPr>
          <p:spPr>
            <a:xfrm>
              <a:off x="5084125" y="6952829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0.03</a:t>
              </a:r>
            </a:p>
          </p:txBody>
        </p: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E8CB78A7-470A-39EF-BB88-7E53E4A80A7B}"/>
                </a:ext>
              </a:extLst>
            </p:cNvPr>
            <p:cNvSpPr txBox="1"/>
            <p:nvPr/>
          </p:nvSpPr>
          <p:spPr>
            <a:xfrm>
              <a:off x="6140671" y="6952829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0.03</a:t>
              </a:r>
            </a:p>
          </p:txBody>
        </p:sp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668C7ADF-0847-D01A-F0B1-B38C83332715}"/>
                </a:ext>
              </a:extLst>
            </p:cNvPr>
            <p:cNvSpPr txBox="1"/>
            <p:nvPr/>
          </p:nvSpPr>
          <p:spPr>
            <a:xfrm>
              <a:off x="7167599" y="6952829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-0.10</a:t>
              </a:r>
            </a:p>
          </p:txBody>
        </p:sp>
        <p:sp>
          <p:nvSpPr>
            <p:cNvPr id="211" name="文本框 210">
              <a:extLst>
                <a:ext uri="{FF2B5EF4-FFF2-40B4-BE49-F238E27FC236}">
                  <a16:creationId xmlns:a16="http://schemas.microsoft.com/office/drawing/2014/main" id="{78020384-429F-6667-323F-0CF8DC1CB8EF}"/>
                </a:ext>
              </a:extLst>
            </p:cNvPr>
            <p:cNvSpPr txBox="1"/>
            <p:nvPr/>
          </p:nvSpPr>
          <p:spPr>
            <a:xfrm>
              <a:off x="8253763" y="6952829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0.18</a:t>
              </a:r>
            </a:p>
          </p:txBody>
        </p: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EAD5700B-DD8E-7B70-B0B8-0CD0F9D0E4B1}"/>
                </a:ext>
              </a:extLst>
            </p:cNvPr>
            <p:cNvSpPr txBox="1"/>
            <p:nvPr/>
          </p:nvSpPr>
          <p:spPr>
            <a:xfrm>
              <a:off x="9310309" y="6952829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0.14</a:t>
              </a:r>
            </a:p>
          </p:txBody>
        </p:sp>
        <p:sp>
          <p:nvSpPr>
            <p:cNvPr id="213" name="文本框 212">
              <a:extLst>
                <a:ext uri="{FF2B5EF4-FFF2-40B4-BE49-F238E27FC236}">
                  <a16:creationId xmlns:a16="http://schemas.microsoft.com/office/drawing/2014/main" id="{FF4A22E6-AD75-B6AC-4372-6115F6C311F5}"/>
                </a:ext>
              </a:extLst>
            </p:cNvPr>
            <p:cNvSpPr txBox="1"/>
            <p:nvPr/>
          </p:nvSpPr>
          <p:spPr>
            <a:xfrm>
              <a:off x="10337262" y="6952829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-0.16</a:t>
              </a:r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900F68EB-484C-F2B9-60A0-DC357786BC64}"/>
                </a:ext>
              </a:extLst>
            </p:cNvPr>
            <p:cNvSpPr txBox="1"/>
            <p:nvPr/>
          </p:nvSpPr>
          <p:spPr>
            <a:xfrm>
              <a:off x="1914477" y="7572153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0.27</a:t>
              </a:r>
            </a:p>
          </p:txBody>
        </p:sp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C4485D5F-EFC2-A8E0-35B5-E9C6D77C8DC3}"/>
                </a:ext>
              </a:extLst>
            </p:cNvPr>
            <p:cNvSpPr txBox="1"/>
            <p:nvPr/>
          </p:nvSpPr>
          <p:spPr>
            <a:xfrm>
              <a:off x="2971033" y="7572153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0.19</a:t>
              </a:r>
            </a:p>
          </p:txBody>
        </p:sp>
        <p:sp>
          <p:nvSpPr>
            <p:cNvPr id="216" name="文本框 215">
              <a:extLst>
                <a:ext uri="{FF2B5EF4-FFF2-40B4-BE49-F238E27FC236}">
                  <a16:creationId xmlns:a16="http://schemas.microsoft.com/office/drawing/2014/main" id="{D49680A9-B9AC-7865-BFC6-BE84DADC0719}"/>
                </a:ext>
              </a:extLst>
            </p:cNvPr>
            <p:cNvSpPr txBox="1"/>
            <p:nvPr/>
          </p:nvSpPr>
          <p:spPr>
            <a:xfrm>
              <a:off x="4027579" y="7572153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0.27</a:t>
              </a:r>
            </a:p>
          </p:txBody>
        </p: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FE9C752A-5900-95B0-9D2D-71AA876F92D4}"/>
                </a:ext>
              </a:extLst>
            </p:cNvPr>
            <p:cNvSpPr txBox="1"/>
            <p:nvPr/>
          </p:nvSpPr>
          <p:spPr>
            <a:xfrm>
              <a:off x="5084125" y="7572153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0.21</a:t>
              </a:r>
            </a:p>
          </p:txBody>
        </p:sp>
        <p:sp>
          <p:nvSpPr>
            <p:cNvPr id="218" name="文本框 217">
              <a:extLst>
                <a:ext uri="{FF2B5EF4-FFF2-40B4-BE49-F238E27FC236}">
                  <a16:creationId xmlns:a16="http://schemas.microsoft.com/office/drawing/2014/main" id="{D0CC8EDD-94D2-2D25-40A5-46C66157994C}"/>
                </a:ext>
              </a:extLst>
            </p:cNvPr>
            <p:cNvSpPr txBox="1"/>
            <p:nvPr/>
          </p:nvSpPr>
          <p:spPr>
            <a:xfrm>
              <a:off x="6140671" y="7572153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0.25</a:t>
              </a:r>
            </a:p>
          </p:txBody>
        </p:sp>
        <p:sp>
          <p:nvSpPr>
            <p:cNvPr id="219" name="文本框 218">
              <a:extLst>
                <a:ext uri="{FF2B5EF4-FFF2-40B4-BE49-F238E27FC236}">
                  <a16:creationId xmlns:a16="http://schemas.microsoft.com/office/drawing/2014/main" id="{3ADCF615-A50B-029D-31AA-4468EB6EDFEE}"/>
                </a:ext>
              </a:extLst>
            </p:cNvPr>
            <p:cNvSpPr txBox="1"/>
            <p:nvPr/>
          </p:nvSpPr>
          <p:spPr>
            <a:xfrm>
              <a:off x="7197217" y="7572153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0.10</a:t>
              </a:r>
            </a:p>
          </p:txBody>
        </p:sp>
        <p:sp>
          <p:nvSpPr>
            <p:cNvPr id="220" name="文本框 219">
              <a:extLst>
                <a:ext uri="{FF2B5EF4-FFF2-40B4-BE49-F238E27FC236}">
                  <a16:creationId xmlns:a16="http://schemas.microsoft.com/office/drawing/2014/main" id="{4095608B-AC84-7C69-0FCB-F38B6D411ED4}"/>
                </a:ext>
              </a:extLst>
            </p:cNvPr>
            <p:cNvSpPr txBox="1"/>
            <p:nvPr/>
          </p:nvSpPr>
          <p:spPr>
            <a:xfrm>
              <a:off x="8253763" y="7572153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0.19</a:t>
              </a:r>
            </a:p>
          </p:txBody>
        </p:sp>
        <p:sp>
          <p:nvSpPr>
            <p:cNvPr id="221" name="文本框 220">
              <a:extLst>
                <a:ext uri="{FF2B5EF4-FFF2-40B4-BE49-F238E27FC236}">
                  <a16:creationId xmlns:a16="http://schemas.microsoft.com/office/drawing/2014/main" id="{9421CFB0-C682-4E55-22A7-B93622EBDD3D}"/>
                </a:ext>
              </a:extLst>
            </p:cNvPr>
            <p:cNvSpPr txBox="1"/>
            <p:nvPr/>
          </p:nvSpPr>
          <p:spPr>
            <a:xfrm>
              <a:off x="9310309" y="7572153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0.12</a:t>
              </a:r>
            </a:p>
          </p:txBody>
        </p:sp>
        <p:sp>
          <p:nvSpPr>
            <p:cNvPr id="222" name="文本框 221">
              <a:extLst>
                <a:ext uri="{FF2B5EF4-FFF2-40B4-BE49-F238E27FC236}">
                  <a16:creationId xmlns:a16="http://schemas.microsoft.com/office/drawing/2014/main" id="{5C491CAE-0A77-4224-8ECB-C52C029D6845}"/>
                </a:ext>
              </a:extLst>
            </p:cNvPr>
            <p:cNvSpPr txBox="1"/>
            <p:nvPr/>
          </p:nvSpPr>
          <p:spPr>
            <a:xfrm>
              <a:off x="10337262" y="7572153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-0.35</a:t>
              </a:r>
            </a:p>
          </p:txBody>
        </p:sp>
        <p:sp>
          <p:nvSpPr>
            <p:cNvPr id="223" name="文本框 222">
              <a:extLst>
                <a:ext uri="{FF2B5EF4-FFF2-40B4-BE49-F238E27FC236}">
                  <a16:creationId xmlns:a16="http://schemas.microsoft.com/office/drawing/2014/main" id="{F712CA8F-049E-9668-DF81-06CFC7AF63B5}"/>
                </a:ext>
              </a:extLst>
            </p:cNvPr>
            <p:cNvSpPr txBox="1"/>
            <p:nvPr/>
          </p:nvSpPr>
          <p:spPr>
            <a:xfrm>
              <a:off x="1891460" y="8191476"/>
              <a:ext cx="5784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-0.11</a:t>
              </a:r>
            </a:p>
          </p:txBody>
        </p:sp>
        <p:sp>
          <p:nvSpPr>
            <p:cNvPr id="224" name="文本框 223">
              <a:extLst>
                <a:ext uri="{FF2B5EF4-FFF2-40B4-BE49-F238E27FC236}">
                  <a16:creationId xmlns:a16="http://schemas.microsoft.com/office/drawing/2014/main" id="{7AD7CBC7-5259-1368-7CEF-C37DE00013E2}"/>
                </a:ext>
              </a:extLst>
            </p:cNvPr>
            <p:cNvSpPr txBox="1"/>
            <p:nvPr/>
          </p:nvSpPr>
          <p:spPr>
            <a:xfrm>
              <a:off x="2971033" y="8191476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0.03</a:t>
              </a:r>
            </a:p>
          </p:txBody>
        </p:sp>
        <p:sp>
          <p:nvSpPr>
            <p:cNvPr id="225" name="文本框 224">
              <a:extLst>
                <a:ext uri="{FF2B5EF4-FFF2-40B4-BE49-F238E27FC236}">
                  <a16:creationId xmlns:a16="http://schemas.microsoft.com/office/drawing/2014/main" id="{C8A396D8-B34C-20CC-3B80-68A1D6A30B9A}"/>
                </a:ext>
              </a:extLst>
            </p:cNvPr>
            <p:cNvSpPr txBox="1"/>
            <p:nvPr/>
          </p:nvSpPr>
          <p:spPr>
            <a:xfrm>
              <a:off x="3997960" y="8191476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-0.00</a:t>
              </a:r>
            </a:p>
          </p:txBody>
        </p:sp>
        <p:sp>
          <p:nvSpPr>
            <p:cNvPr id="226" name="文本框 225">
              <a:extLst>
                <a:ext uri="{FF2B5EF4-FFF2-40B4-BE49-F238E27FC236}">
                  <a16:creationId xmlns:a16="http://schemas.microsoft.com/office/drawing/2014/main" id="{1A9566C5-18F7-17A3-EB0E-18FDE27B75E5}"/>
                </a:ext>
              </a:extLst>
            </p:cNvPr>
            <p:cNvSpPr txBox="1"/>
            <p:nvPr/>
          </p:nvSpPr>
          <p:spPr>
            <a:xfrm>
              <a:off x="5084125" y="8191476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0.04</a:t>
              </a:r>
            </a:p>
          </p:txBody>
        </p:sp>
        <p:sp>
          <p:nvSpPr>
            <p:cNvPr id="227" name="文本框 226">
              <a:extLst>
                <a:ext uri="{FF2B5EF4-FFF2-40B4-BE49-F238E27FC236}">
                  <a16:creationId xmlns:a16="http://schemas.microsoft.com/office/drawing/2014/main" id="{0335347F-2EE2-7B8A-0D63-1479A872448B}"/>
                </a:ext>
              </a:extLst>
            </p:cNvPr>
            <p:cNvSpPr txBox="1"/>
            <p:nvPr/>
          </p:nvSpPr>
          <p:spPr>
            <a:xfrm>
              <a:off x="6140671" y="8191476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0.04</a:t>
              </a:r>
            </a:p>
          </p:txBody>
        </p:sp>
        <p:sp>
          <p:nvSpPr>
            <p:cNvPr id="228" name="文本框 227">
              <a:extLst>
                <a:ext uri="{FF2B5EF4-FFF2-40B4-BE49-F238E27FC236}">
                  <a16:creationId xmlns:a16="http://schemas.microsoft.com/office/drawing/2014/main" id="{04461BF3-B2C3-154F-D9CB-4D24E8556F90}"/>
                </a:ext>
              </a:extLst>
            </p:cNvPr>
            <p:cNvSpPr txBox="1"/>
            <p:nvPr/>
          </p:nvSpPr>
          <p:spPr>
            <a:xfrm>
              <a:off x="7197217" y="8191476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0.13</a:t>
              </a:r>
            </a:p>
          </p:txBody>
        </p:sp>
        <p:sp>
          <p:nvSpPr>
            <p:cNvPr id="229" name="文本框 228">
              <a:extLst>
                <a:ext uri="{FF2B5EF4-FFF2-40B4-BE49-F238E27FC236}">
                  <a16:creationId xmlns:a16="http://schemas.microsoft.com/office/drawing/2014/main" id="{31E9061B-D3C6-5615-B886-1FA135160061}"/>
                </a:ext>
              </a:extLst>
            </p:cNvPr>
            <p:cNvSpPr txBox="1"/>
            <p:nvPr/>
          </p:nvSpPr>
          <p:spPr>
            <a:xfrm>
              <a:off x="8224145" y="8191476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-0.29</a:t>
              </a:r>
            </a:p>
          </p:txBody>
        </p:sp>
        <p:sp>
          <p:nvSpPr>
            <p:cNvPr id="230" name="文本框 229">
              <a:extLst>
                <a:ext uri="{FF2B5EF4-FFF2-40B4-BE49-F238E27FC236}">
                  <a16:creationId xmlns:a16="http://schemas.microsoft.com/office/drawing/2014/main" id="{22F1F3C2-A6C2-FD7F-884B-3082F720D284}"/>
                </a:ext>
              </a:extLst>
            </p:cNvPr>
            <p:cNvSpPr txBox="1"/>
            <p:nvPr/>
          </p:nvSpPr>
          <p:spPr>
            <a:xfrm>
              <a:off x="9280691" y="8191476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-0.02</a:t>
              </a:r>
            </a:p>
          </p:txBody>
        </p:sp>
        <p:sp>
          <p:nvSpPr>
            <p:cNvPr id="231" name="文本框 230">
              <a:extLst>
                <a:ext uri="{FF2B5EF4-FFF2-40B4-BE49-F238E27FC236}">
                  <a16:creationId xmlns:a16="http://schemas.microsoft.com/office/drawing/2014/main" id="{888AB3D1-4C67-CE65-83E2-1C0C0ED1ACDF}"/>
                </a:ext>
              </a:extLst>
            </p:cNvPr>
            <p:cNvSpPr txBox="1"/>
            <p:nvPr/>
          </p:nvSpPr>
          <p:spPr>
            <a:xfrm>
              <a:off x="10366879" y="8191476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0.29</a:t>
              </a:r>
            </a:p>
          </p:txBody>
        </p:sp>
        <p:sp>
          <p:nvSpPr>
            <p:cNvPr id="232" name="文本框 231">
              <a:extLst>
                <a:ext uri="{FF2B5EF4-FFF2-40B4-BE49-F238E27FC236}">
                  <a16:creationId xmlns:a16="http://schemas.microsoft.com/office/drawing/2014/main" id="{51BCD45F-5FA4-4944-011B-F873FCE8B972}"/>
                </a:ext>
              </a:extLst>
            </p:cNvPr>
            <p:cNvSpPr txBox="1"/>
            <p:nvPr/>
          </p:nvSpPr>
          <p:spPr>
            <a:xfrm>
              <a:off x="1884859" y="8810800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-0.10</a:t>
              </a:r>
            </a:p>
          </p:txBody>
        </p:sp>
        <p:sp>
          <p:nvSpPr>
            <p:cNvPr id="233" name="文本框 232">
              <a:extLst>
                <a:ext uri="{FF2B5EF4-FFF2-40B4-BE49-F238E27FC236}">
                  <a16:creationId xmlns:a16="http://schemas.microsoft.com/office/drawing/2014/main" id="{308570F1-2F64-216E-1B13-D65CA45375E2}"/>
                </a:ext>
              </a:extLst>
            </p:cNvPr>
            <p:cNvSpPr txBox="1"/>
            <p:nvPr/>
          </p:nvSpPr>
          <p:spPr>
            <a:xfrm>
              <a:off x="2941414" y="8810800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-0.14</a:t>
              </a:r>
            </a:p>
          </p:txBody>
        </p:sp>
        <p:sp>
          <p:nvSpPr>
            <p:cNvPr id="234" name="文本框 233">
              <a:extLst>
                <a:ext uri="{FF2B5EF4-FFF2-40B4-BE49-F238E27FC236}">
                  <a16:creationId xmlns:a16="http://schemas.microsoft.com/office/drawing/2014/main" id="{0631B51B-98E1-3936-E2E8-B8697348DA58}"/>
                </a:ext>
              </a:extLst>
            </p:cNvPr>
            <p:cNvSpPr txBox="1"/>
            <p:nvPr/>
          </p:nvSpPr>
          <p:spPr>
            <a:xfrm>
              <a:off x="4027579" y="8810800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0.06</a:t>
              </a:r>
            </a:p>
          </p:txBody>
        </p:sp>
        <p:sp>
          <p:nvSpPr>
            <p:cNvPr id="235" name="文本框 234">
              <a:extLst>
                <a:ext uri="{FF2B5EF4-FFF2-40B4-BE49-F238E27FC236}">
                  <a16:creationId xmlns:a16="http://schemas.microsoft.com/office/drawing/2014/main" id="{25A4D548-B001-5D46-976B-20CF5BEAF818}"/>
                </a:ext>
              </a:extLst>
            </p:cNvPr>
            <p:cNvSpPr txBox="1"/>
            <p:nvPr/>
          </p:nvSpPr>
          <p:spPr>
            <a:xfrm>
              <a:off x="5084125" y="8810800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0.10</a:t>
              </a:r>
            </a:p>
          </p:txBody>
        </p:sp>
        <p:sp>
          <p:nvSpPr>
            <p:cNvPr id="236" name="文本框 235">
              <a:extLst>
                <a:ext uri="{FF2B5EF4-FFF2-40B4-BE49-F238E27FC236}">
                  <a16:creationId xmlns:a16="http://schemas.microsoft.com/office/drawing/2014/main" id="{1FBD63FE-11D9-A645-9462-AF107A6FE6BD}"/>
                </a:ext>
              </a:extLst>
            </p:cNvPr>
            <p:cNvSpPr txBox="1"/>
            <p:nvPr/>
          </p:nvSpPr>
          <p:spPr>
            <a:xfrm>
              <a:off x="6111053" y="8810800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-0.07</a:t>
              </a:r>
            </a:p>
          </p:txBody>
        </p: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23B1E097-2A81-DBD0-7FB3-8E1AC100AC98}"/>
                </a:ext>
              </a:extLst>
            </p:cNvPr>
            <p:cNvSpPr txBox="1"/>
            <p:nvPr/>
          </p:nvSpPr>
          <p:spPr>
            <a:xfrm>
              <a:off x="7167599" y="8810800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-0.04</a:t>
              </a:r>
            </a:p>
          </p:txBody>
        </p:sp>
        <p:sp>
          <p:nvSpPr>
            <p:cNvPr id="238" name="文本框 237">
              <a:extLst>
                <a:ext uri="{FF2B5EF4-FFF2-40B4-BE49-F238E27FC236}">
                  <a16:creationId xmlns:a16="http://schemas.microsoft.com/office/drawing/2014/main" id="{C9EE990E-AD0D-7FD8-C3DC-F0C7A12F218D}"/>
                </a:ext>
              </a:extLst>
            </p:cNvPr>
            <p:cNvSpPr txBox="1"/>
            <p:nvPr/>
          </p:nvSpPr>
          <p:spPr>
            <a:xfrm>
              <a:off x="8230746" y="8810800"/>
              <a:ext cx="57849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-0.11</a:t>
              </a:r>
            </a:p>
          </p:txBody>
        </p: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198E8337-4D4B-AA1A-DB69-4D7DDCBC5EE3}"/>
                </a:ext>
              </a:extLst>
            </p:cNvPr>
            <p:cNvSpPr txBox="1"/>
            <p:nvPr/>
          </p:nvSpPr>
          <p:spPr>
            <a:xfrm>
              <a:off x="9310309" y="8810800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0.12</a:t>
              </a:r>
            </a:p>
          </p:txBody>
        </p:sp>
        <p:sp>
          <p:nvSpPr>
            <p:cNvPr id="240" name="文本框 239">
              <a:extLst>
                <a:ext uri="{FF2B5EF4-FFF2-40B4-BE49-F238E27FC236}">
                  <a16:creationId xmlns:a16="http://schemas.microsoft.com/office/drawing/2014/main" id="{B2CDABD9-83EA-984D-84BA-D31D7B6402FB}"/>
                </a:ext>
              </a:extLst>
            </p:cNvPr>
            <p:cNvSpPr txBox="1"/>
            <p:nvPr/>
          </p:nvSpPr>
          <p:spPr>
            <a:xfrm>
              <a:off x="10366879" y="8810800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0.32</a:t>
              </a:r>
            </a:p>
          </p:txBody>
        </p:sp>
        <p:sp>
          <p:nvSpPr>
            <p:cNvPr id="241" name="文本框 240">
              <a:extLst>
                <a:ext uri="{FF2B5EF4-FFF2-40B4-BE49-F238E27FC236}">
                  <a16:creationId xmlns:a16="http://schemas.microsoft.com/office/drawing/2014/main" id="{656A03F5-18D7-D086-8389-E1A1F2EDE530}"/>
                </a:ext>
              </a:extLst>
            </p:cNvPr>
            <p:cNvSpPr txBox="1"/>
            <p:nvPr/>
          </p:nvSpPr>
          <p:spPr>
            <a:xfrm>
              <a:off x="1884859" y="9430124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-0.26</a:t>
              </a:r>
            </a:p>
          </p:txBody>
        </p:sp>
        <p:sp>
          <p:nvSpPr>
            <p:cNvPr id="242" name="文本框 241">
              <a:extLst>
                <a:ext uri="{FF2B5EF4-FFF2-40B4-BE49-F238E27FC236}">
                  <a16:creationId xmlns:a16="http://schemas.microsoft.com/office/drawing/2014/main" id="{F6BB9879-0B32-0174-804C-3DF7E09A28FE}"/>
                </a:ext>
              </a:extLst>
            </p:cNvPr>
            <p:cNvSpPr txBox="1"/>
            <p:nvPr/>
          </p:nvSpPr>
          <p:spPr>
            <a:xfrm>
              <a:off x="2941414" y="9430124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-0.27</a:t>
              </a:r>
            </a:p>
          </p:txBody>
        </p:sp>
        <p:sp>
          <p:nvSpPr>
            <p:cNvPr id="243" name="文本框 242">
              <a:extLst>
                <a:ext uri="{FF2B5EF4-FFF2-40B4-BE49-F238E27FC236}">
                  <a16:creationId xmlns:a16="http://schemas.microsoft.com/office/drawing/2014/main" id="{FD020119-EFEB-618E-1268-54C6621D62B8}"/>
                </a:ext>
              </a:extLst>
            </p:cNvPr>
            <p:cNvSpPr txBox="1"/>
            <p:nvPr/>
          </p:nvSpPr>
          <p:spPr>
            <a:xfrm>
              <a:off x="3997960" y="9430124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-0.62</a:t>
              </a:r>
            </a:p>
          </p:txBody>
        </p:sp>
        <p:sp>
          <p:nvSpPr>
            <p:cNvPr id="244" name="文本框 243">
              <a:extLst>
                <a:ext uri="{FF2B5EF4-FFF2-40B4-BE49-F238E27FC236}">
                  <a16:creationId xmlns:a16="http://schemas.microsoft.com/office/drawing/2014/main" id="{60643C98-436B-2093-CB1F-AA7D891E857E}"/>
                </a:ext>
              </a:extLst>
            </p:cNvPr>
            <p:cNvSpPr txBox="1"/>
            <p:nvPr/>
          </p:nvSpPr>
          <p:spPr>
            <a:xfrm>
              <a:off x="5054506" y="9430124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FFFFFF"/>
                  </a:solidFill>
                  <a:latin typeface="Arial"/>
                  <a:cs typeface="Arial"/>
                  <a:sym typeface="Arial"/>
                  <a:rtl val="0"/>
                </a:rPr>
                <a:t>-0.60</a:t>
              </a:r>
            </a:p>
          </p:txBody>
        </p:sp>
        <p:sp>
          <p:nvSpPr>
            <p:cNvPr id="245" name="文本框 244">
              <a:extLst>
                <a:ext uri="{FF2B5EF4-FFF2-40B4-BE49-F238E27FC236}">
                  <a16:creationId xmlns:a16="http://schemas.microsoft.com/office/drawing/2014/main" id="{25C29825-A235-121E-EB51-42BA1F2A99E6}"/>
                </a:ext>
              </a:extLst>
            </p:cNvPr>
            <p:cNvSpPr txBox="1"/>
            <p:nvPr/>
          </p:nvSpPr>
          <p:spPr>
            <a:xfrm>
              <a:off x="6111053" y="9430124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-0.12</a:t>
              </a:r>
            </a:p>
          </p:txBody>
        </p:sp>
        <p:sp>
          <p:nvSpPr>
            <p:cNvPr id="246" name="文本框 245">
              <a:extLst>
                <a:ext uri="{FF2B5EF4-FFF2-40B4-BE49-F238E27FC236}">
                  <a16:creationId xmlns:a16="http://schemas.microsoft.com/office/drawing/2014/main" id="{1B07F7F9-D21C-6735-F27B-AAFE6D4C8300}"/>
                </a:ext>
              </a:extLst>
            </p:cNvPr>
            <p:cNvSpPr txBox="1"/>
            <p:nvPr/>
          </p:nvSpPr>
          <p:spPr>
            <a:xfrm>
              <a:off x="7197217" y="9430124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0.01</a:t>
              </a:r>
            </a:p>
          </p:txBody>
        </p:sp>
        <p:sp>
          <p:nvSpPr>
            <p:cNvPr id="247" name="文本框 246">
              <a:extLst>
                <a:ext uri="{FF2B5EF4-FFF2-40B4-BE49-F238E27FC236}">
                  <a16:creationId xmlns:a16="http://schemas.microsoft.com/office/drawing/2014/main" id="{087849F1-C4D2-AFBC-C4D4-3A0ACB90DA6E}"/>
                </a:ext>
              </a:extLst>
            </p:cNvPr>
            <p:cNvSpPr txBox="1"/>
            <p:nvPr/>
          </p:nvSpPr>
          <p:spPr>
            <a:xfrm>
              <a:off x="8253763" y="9430124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0.16</a:t>
              </a:r>
            </a:p>
          </p:txBody>
        </p:sp>
        <p:sp>
          <p:nvSpPr>
            <p:cNvPr id="248" name="文本框 247">
              <a:extLst>
                <a:ext uri="{FF2B5EF4-FFF2-40B4-BE49-F238E27FC236}">
                  <a16:creationId xmlns:a16="http://schemas.microsoft.com/office/drawing/2014/main" id="{E2813F61-2931-5C40-3FFA-CD3A9F45FF53}"/>
                </a:ext>
              </a:extLst>
            </p:cNvPr>
            <p:cNvSpPr txBox="1"/>
            <p:nvPr/>
          </p:nvSpPr>
          <p:spPr>
            <a:xfrm>
              <a:off x="9280691" y="9430124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-0.22</a:t>
              </a:r>
            </a:p>
          </p:txBody>
        </p:sp>
        <p:sp>
          <p:nvSpPr>
            <p:cNvPr id="249" name="文本框 248">
              <a:extLst>
                <a:ext uri="{FF2B5EF4-FFF2-40B4-BE49-F238E27FC236}">
                  <a16:creationId xmlns:a16="http://schemas.microsoft.com/office/drawing/2014/main" id="{54A2366C-78F2-3564-ADAB-28F2BC46F041}"/>
                </a:ext>
              </a:extLst>
            </p:cNvPr>
            <p:cNvSpPr txBox="1"/>
            <p:nvPr/>
          </p:nvSpPr>
          <p:spPr>
            <a:xfrm>
              <a:off x="10337262" y="9430124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-0.24</a:t>
              </a:r>
            </a:p>
          </p:txBody>
        </p:sp>
        <p:sp>
          <p:nvSpPr>
            <p:cNvPr id="250" name="文本框 249">
              <a:extLst>
                <a:ext uri="{FF2B5EF4-FFF2-40B4-BE49-F238E27FC236}">
                  <a16:creationId xmlns:a16="http://schemas.microsoft.com/office/drawing/2014/main" id="{9A1D1E32-9732-40B7-AF06-93FF18A6F47E}"/>
                </a:ext>
              </a:extLst>
            </p:cNvPr>
            <p:cNvSpPr txBox="1"/>
            <p:nvPr/>
          </p:nvSpPr>
          <p:spPr>
            <a:xfrm>
              <a:off x="1884859" y="10049447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-0.28</a:t>
              </a:r>
            </a:p>
          </p:txBody>
        </p:sp>
        <p:sp>
          <p:nvSpPr>
            <p:cNvPr id="251" name="文本框 250">
              <a:extLst>
                <a:ext uri="{FF2B5EF4-FFF2-40B4-BE49-F238E27FC236}">
                  <a16:creationId xmlns:a16="http://schemas.microsoft.com/office/drawing/2014/main" id="{D0DF38D9-A4D2-944D-390C-710F2719245F}"/>
                </a:ext>
              </a:extLst>
            </p:cNvPr>
            <p:cNvSpPr txBox="1"/>
            <p:nvPr/>
          </p:nvSpPr>
          <p:spPr>
            <a:xfrm>
              <a:off x="2941414" y="10049447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-0.27</a:t>
              </a:r>
            </a:p>
          </p:txBody>
        </p:sp>
        <p:sp>
          <p:nvSpPr>
            <p:cNvPr id="252" name="文本框 251">
              <a:extLst>
                <a:ext uri="{FF2B5EF4-FFF2-40B4-BE49-F238E27FC236}">
                  <a16:creationId xmlns:a16="http://schemas.microsoft.com/office/drawing/2014/main" id="{8329F796-4321-42B7-0FEE-27EE7CB56161}"/>
                </a:ext>
              </a:extLst>
            </p:cNvPr>
            <p:cNvSpPr txBox="1"/>
            <p:nvPr/>
          </p:nvSpPr>
          <p:spPr>
            <a:xfrm>
              <a:off x="3997960" y="10049447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-0.28</a:t>
              </a:r>
            </a:p>
          </p:txBody>
        </p:sp>
        <p:sp>
          <p:nvSpPr>
            <p:cNvPr id="253" name="文本框 252">
              <a:extLst>
                <a:ext uri="{FF2B5EF4-FFF2-40B4-BE49-F238E27FC236}">
                  <a16:creationId xmlns:a16="http://schemas.microsoft.com/office/drawing/2014/main" id="{382EE96C-0FD0-2AC7-405D-831BC540EAF9}"/>
                </a:ext>
              </a:extLst>
            </p:cNvPr>
            <p:cNvSpPr txBox="1"/>
            <p:nvPr/>
          </p:nvSpPr>
          <p:spPr>
            <a:xfrm>
              <a:off x="5054506" y="10049447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-0.35</a:t>
              </a:r>
            </a:p>
          </p:txBody>
        </p:sp>
        <p:sp>
          <p:nvSpPr>
            <p:cNvPr id="254" name="文本框 253">
              <a:extLst>
                <a:ext uri="{FF2B5EF4-FFF2-40B4-BE49-F238E27FC236}">
                  <a16:creationId xmlns:a16="http://schemas.microsoft.com/office/drawing/2014/main" id="{4A21B659-A4AD-1032-93CD-75F2E5A0F194}"/>
                </a:ext>
              </a:extLst>
            </p:cNvPr>
            <p:cNvSpPr txBox="1"/>
            <p:nvPr/>
          </p:nvSpPr>
          <p:spPr>
            <a:xfrm>
              <a:off x="6111053" y="10049447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-0.30</a:t>
              </a:r>
            </a:p>
          </p:txBody>
        </p:sp>
        <p:sp>
          <p:nvSpPr>
            <p:cNvPr id="255" name="文本框 254">
              <a:extLst>
                <a:ext uri="{FF2B5EF4-FFF2-40B4-BE49-F238E27FC236}">
                  <a16:creationId xmlns:a16="http://schemas.microsoft.com/office/drawing/2014/main" id="{9B8BA58D-0FDF-5AA5-168A-FD2CF6015A33}"/>
                </a:ext>
              </a:extLst>
            </p:cNvPr>
            <p:cNvSpPr txBox="1"/>
            <p:nvPr/>
          </p:nvSpPr>
          <p:spPr>
            <a:xfrm>
              <a:off x="7197217" y="10049447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0.23</a:t>
              </a:r>
            </a:p>
          </p:txBody>
        </p:sp>
        <p:sp>
          <p:nvSpPr>
            <p:cNvPr id="256" name="文本框 255">
              <a:extLst>
                <a:ext uri="{FF2B5EF4-FFF2-40B4-BE49-F238E27FC236}">
                  <a16:creationId xmlns:a16="http://schemas.microsoft.com/office/drawing/2014/main" id="{C004CF1E-3DBA-4A86-C13F-3EF430D2D507}"/>
                </a:ext>
              </a:extLst>
            </p:cNvPr>
            <p:cNvSpPr txBox="1"/>
            <p:nvPr/>
          </p:nvSpPr>
          <p:spPr>
            <a:xfrm>
              <a:off x="8224145" y="10049447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-0.15</a:t>
              </a:r>
            </a:p>
          </p:txBody>
        </p:sp>
        <p:sp>
          <p:nvSpPr>
            <p:cNvPr id="257" name="文本框 256">
              <a:extLst>
                <a:ext uri="{FF2B5EF4-FFF2-40B4-BE49-F238E27FC236}">
                  <a16:creationId xmlns:a16="http://schemas.microsoft.com/office/drawing/2014/main" id="{00772BA1-9569-476D-8BE8-71D1B7B806B9}"/>
                </a:ext>
              </a:extLst>
            </p:cNvPr>
            <p:cNvSpPr txBox="1"/>
            <p:nvPr/>
          </p:nvSpPr>
          <p:spPr>
            <a:xfrm>
              <a:off x="9280691" y="10049447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-0.21</a:t>
              </a:r>
            </a:p>
          </p:txBody>
        </p:sp>
        <p:sp>
          <p:nvSpPr>
            <p:cNvPr id="258" name="文本框 257">
              <a:extLst>
                <a:ext uri="{FF2B5EF4-FFF2-40B4-BE49-F238E27FC236}">
                  <a16:creationId xmlns:a16="http://schemas.microsoft.com/office/drawing/2014/main" id="{ECE63D7D-988B-3B38-F91D-5D52B2EE3DDB}"/>
                </a:ext>
              </a:extLst>
            </p:cNvPr>
            <p:cNvSpPr txBox="1"/>
            <p:nvPr/>
          </p:nvSpPr>
          <p:spPr>
            <a:xfrm>
              <a:off x="10337262" y="10049447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-0.33</a:t>
              </a:r>
            </a:p>
          </p:txBody>
        </p:sp>
        <p:sp>
          <p:nvSpPr>
            <p:cNvPr id="259" name="文本框 258">
              <a:extLst>
                <a:ext uri="{FF2B5EF4-FFF2-40B4-BE49-F238E27FC236}">
                  <a16:creationId xmlns:a16="http://schemas.microsoft.com/office/drawing/2014/main" id="{9D0CB828-2D34-307F-1680-72ADCAE679BF}"/>
                </a:ext>
              </a:extLst>
            </p:cNvPr>
            <p:cNvSpPr txBox="1"/>
            <p:nvPr/>
          </p:nvSpPr>
          <p:spPr>
            <a:xfrm>
              <a:off x="1884859" y="10668796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-0.04</a:t>
              </a:r>
            </a:p>
          </p:txBody>
        </p:sp>
        <p:sp>
          <p:nvSpPr>
            <p:cNvPr id="260" name="文本框 259">
              <a:extLst>
                <a:ext uri="{FF2B5EF4-FFF2-40B4-BE49-F238E27FC236}">
                  <a16:creationId xmlns:a16="http://schemas.microsoft.com/office/drawing/2014/main" id="{A95C0EF1-CB1E-8D4F-E8DE-84145985DD17}"/>
                </a:ext>
              </a:extLst>
            </p:cNvPr>
            <p:cNvSpPr txBox="1"/>
            <p:nvPr/>
          </p:nvSpPr>
          <p:spPr>
            <a:xfrm>
              <a:off x="2971033" y="10668796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0.03</a:t>
              </a:r>
            </a:p>
          </p:txBody>
        </p:sp>
        <p:sp>
          <p:nvSpPr>
            <p:cNvPr id="261" name="文本框 260">
              <a:extLst>
                <a:ext uri="{FF2B5EF4-FFF2-40B4-BE49-F238E27FC236}">
                  <a16:creationId xmlns:a16="http://schemas.microsoft.com/office/drawing/2014/main" id="{64FF1BCB-0B1D-550F-8672-C667A73DC5CE}"/>
                </a:ext>
              </a:extLst>
            </p:cNvPr>
            <p:cNvSpPr txBox="1"/>
            <p:nvPr/>
          </p:nvSpPr>
          <p:spPr>
            <a:xfrm>
              <a:off x="3997960" y="10668796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-0.33</a:t>
              </a:r>
            </a:p>
          </p:txBody>
        </p:sp>
        <p:sp>
          <p:nvSpPr>
            <p:cNvPr id="262" name="文本框 261">
              <a:extLst>
                <a:ext uri="{FF2B5EF4-FFF2-40B4-BE49-F238E27FC236}">
                  <a16:creationId xmlns:a16="http://schemas.microsoft.com/office/drawing/2014/main" id="{C4C431CB-1737-E4DA-108B-2A64E2B26068}"/>
                </a:ext>
              </a:extLst>
            </p:cNvPr>
            <p:cNvSpPr txBox="1"/>
            <p:nvPr/>
          </p:nvSpPr>
          <p:spPr>
            <a:xfrm>
              <a:off x="5054506" y="10668796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-0.36</a:t>
              </a:r>
            </a:p>
          </p:txBody>
        </p:sp>
        <p:sp>
          <p:nvSpPr>
            <p:cNvPr id="263" name="文本框 262">
              <a:extLst>
                <a:ext uri="{FF2B5EF4-FFF2-40B4-BE49-F238E27FC236}">
                  <a16:creationId xmlns:a16="http://schemas.microsoft.com/office/drawing/2014/main" id="{1C6839E9-4258-76B6-B424-F604EED4478B}"/>
                </a:ext>
              </a:extLst>
            </p:cNvPr>
            <p:cNvSpPr txBox="1"/>
            <p:nvPr/>
          </p:nvSpPr>
          <p:spPr>
            <a:xfrm>
              <a:off x="6111053" y="10668796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-0.13</a:t>
              </a:r>
            </a:p>
          </p:txBody>
        </p:sp>
        <p:sp>
          <p:nvSpPr>
            <p:cNvPr id="264" name="文本框 263">
              <a:extLst>
                <a:ext uri="{FF2B5EF4-FFF2-40B4-BE49-F238E27FC236}">
                  <a16:creationId xmlns:a16="http://schemas.microsoft.com/office/drawing/2014/main" id="{17F49943-5F7C-6C30-DD89-EE92BFB7070C}"/>
                </a:ext>
              </a:extLst>
            </p:cNvPr>
            <p:cNvSpPr txBox="1"/>
            <p:nvPr/>
          </p:nvSpPr>
          <p:spPr>
            <a:xfrm>
              <a:off x="7167599" y="10668796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-0.06</a:t>
              </a:r>
            </a:p>
          </p:txBody>
        </p:sp>
        <p:sp>
          <p:nvSpPr>
            <p:cNvPr id="265" name="文本框 264">
              <a:extLst>
                <a:ext uri="{FF2B5EF4-FFF2-40B4-BE49-F238E27FC236}">
                  <a16:creationId xmlns:a16="http://schemas.microsoft.com/office/drawing/2014/main" id="{1A1CE709-B01F-FD32-F399-A351E76E67A4}"/>
                </a:ext>
              </a:extLst>
            </p:cNvPr>
            <p:cNvSpPr txBox="1"/>
            <p:nvPr/>
          </p:nvSpPr>
          <p:spPr>
            <a:xfrm>
              <a:off x="8253763" y="10668796"/>
              <a:ext cx="5325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0.25</a:t>
              </a:r>
            </a:p>
          </p:txBody>
        </p:sp>
        <p:sp>
          <p:nvSpPr>
            <p:cNvPr id="266" name="文本框 265">
              <a:extLst>
                <a:ext uri="{FF2B5EF4-FFF2-40B4-BE49-F238E27FC236}">
                  <a16:creationId xmlns:a16="http://schemas.microsoft.com/office/drawing/2014/main" id="{162CC438-AE1C-4623-8BBC-5F02B21C8F29}"/>
                </a:ext>
              </a:extLst>
            </p:cNvPr>
            <p:cNvSpPr txBox="1"/>
            <p:nvPr/>
          </p:nvSpPr>
          <p:spPr>
            <a:xfrm>
              <a:off x="9280691" y="10668796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-0.07</a:t>
              </a:r>
            </a:p>
          </p:txBody>
        </p:sp>
        <p:sp>
          <p:nvSpPr>
            <p:cNvPr id="267" name="文本框 266">
              <a:extLst>
                <a:ext uri="{FF2B5EF4-FFF2-40B4-BE49-F238E27FC236}">
                  <a16:creationId xmlns:a16="http://schemas.microsoft.com/office/drawing/2014/main" id="{0C09FBDE-161C-99C6-6829-D9C771CA302F}"/>
                </a:ext>
              </a:extLst>
            </p:cNvPr>
            <p:cNvSpPr txBox="1"/>
            <p:nvPr/>
          </p:nvSpPr>
          <p:spPr>
            <a:xfrm>
              <a:off x="10337262" y="10668796"/>
              <a:ext cx="5918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400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-0.35</a:t>
              </a:r>
            </a:p>
          </p:txBody>
        </p:sp>
        <p:sp>
          <p:nvSpPr>
            <p:cNvPr id="268" name="文本框 267">
              <a:extLst>
                <a:ext uri="{FF2B5EF4-FFF2-40B4-BE49-F238E27FC236}">
                  <a16:creationId xmlns:a16="http://schemas.microsoft.com/office/drawing/2014/main" id="{FF67DE04-385B-CCEC-5A76-F29265C5337F}"/>
                </a:ext>
              </a:extLst>
            </p:cNvPr>
            <p:cNvSpPr txBox="1"/>
            <p:nvPr/>
          </p:nvSpPr>
          <p:spPr>
            <a:xfrm>
              <a:off x="805481" y="5558986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c</a:t>
              </a:r>
            </a:p>
          </p:txBody>
        </p:sp>
        <p:sp>
          <p:nvSpPr>
            <p:cNvPr id="269" name="文本框 268">
              <a:extLst>
                <a:ext uri="{FF2B5EF4-FFF2-40B4-BE49-F238E27FC236}">
                  <a16:creationId xmlns:a16="http://schemas.microsoft.com/office/drawing/2014/main" id="{9B0608FD-594C-8286-4B8B-218338006B7B}"/>
                </a:ext>
              </a:extLst>
            </p:cNvPr>
            <p:cNvSpPr txBox="1"/>
            <p:nvPr/>
          </p:nvSpPr>
          <p:spPr>
            <a:xfrm>
              <a:off x="1283410" y="5626607"/>
              <a:ext cx="54681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0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Primary singscore pathway coupling at T48</a:t>
              </a:r>
            </a:p>
          </p:txBody>
        </p:sp>
        <p:sp>
          <p:nvSpPr>
            <p:cNvPr id="270" name="文本框 269">
              <a:extLst>
                <a:ext uri="{FF2B5EF4-FFF2-40B4-BE49-F238E27FC236}">
                  <a16:creationId xmlns:a16="http://schemas.microsoft.com/office/drawing/2014/main" id="{E20542F9-A27B-D303-EDC1-3CB87D22EEDB}"/>
                </a:ext>
              </a:extLst>
            </p:cNvPr>
            <p:cNvSpPr txBox="1"/>
            <p:nvPr/>
          </p:nvSpPr>
          <p:spPr>
            <a:xfrm>
              <a:off x="8733211" y="10422407"/>
              <a:ext cx="3048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*</a:t>
              </a:r>
            </a:p>
          </p:txBody>
        </p:sp>
      </p:grpSp>
      <p:grpSp>
        <p:nvGrpSpPr>
          <p:cNvPr id="271" name="图形 4">
            <a:extLst>
              <a:ext uri="{FF2B5EF4-FFF2-40B4-BE49-F238E27FC236}">
                <a16:creationId xmlns:a16="http://schemas.microsoft.com/office/drawing/2014/main" id="{AD460018-AC36-4591-445E-D78EED8D86C4}"/>
              </a:ext>
            </a:extLst>
          </p:cNvPr>
          <p:cNvGrpSpPr/>
          <p:nvPr/>
        </p:nvGrpSpPr>
        <p:grpSpPr>
          <a:xfrm>
            <a:off x="11391448" y="6855264"/>
            <a:ext cx="1072405" cy="4368258"/>
            <a:chOff x="11358197" y="6472878"/>
            <a:chExt cx="1072405" cy="4368258"/>
          </a:xfrm>
        </p:grpSpPr>
        <p:sp>
          <p:nvSpPr>
            <p:cNvPr id="272" name="任意形状 271">
              <a:extLst>
                <a:ext uri="{FF2B5EF4-FFF2-40B4-BE49-F238E27FC236}">
                  <a16:creationId xmlns:a16="http://schemas.microsoft.com/office/drawing/2014/main" id="{FC4D498F-6782-9400-9E91-7D54DBE256D4}"/>
                </a:ext>
              </a:extLst>
            </p:cNvPr>
            <p:cNvSpPr/>
            <p:nvPr/>
          </p:nvSpPr>
          <p:spPr>
            <a:xfrm>
              <a:off x="11358197" y="6482149"/>
              <a:ext cx="218374" cy="4358987"/>
            </a:xfrm>
            <a:custGeom>
              <a:avLst/>
              <a:gdLst>
                <a:gd name="csX0" fmla="*/ 0 w 218374"/>
                <a:gd name="csY0" fmla="*/ 4358987 h 4358987"/>
                <a:gd name="csX1" fmla="*/ 218375 w 218374"/>
                <a:gd name="csY1" fmla="*/ 4358987 h 4358987"/>
                <a:gd name="csX2" fmla="*/ 218375 w 218374"/>
                <a:gd name="csY2" fmla="*/ 0 h 4358987"/>
                <a:gd name="csX3" fmla="*/ 0 w 218374"/>
                <a:gd name="csY3" fmla="*/ 0 h 43589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8374" h="4358987">
                  <a:moveTo>
                    <a:pt x="0" y="4358987"/>
                  </a:moveTo>
                  <a:lnTo>
                    <a:pt x="218375" y="4358987"/>
                  </a:lnTo>
                  <a:lnTo>
                    <a:pt x="2183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4690" cap="flat">
              <a:noFill/>
              <a:prstDash val="solid"/>
              <a:round/>
            </a:ln>
          </p:spPr>
        </p:sp>
        <p:pic>
          <p:nvPicPr>
            <p:cNvPr id="273" name="图片 272">
              <a:extLst>
                <a:ext uri="{FF2B5EF4-FFF2-40B4-BE49-F238E27FC236}">
                  <a16:creationId xmlns:a16="http://schemas.microsoft.com/office/drawing/2014/main" id="{1B4ABA6E-6541-CEAC-EC4B-3679125CA6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V="1">
              <a:off x="11366671" y="6472878"/>
              <a:ext cx="213458" cy="4367518"/>
            </a:xfrm>
            <a:custGeom>
              <a:avLst/>
              <a:gdLst>
                <a:gd name="csX0" fmla="*/ 0 w 213458"/>
                <a:gd name="csY0" fmla="*/ 480 h 4367518"/>
                <a:gd name="csX1" fmla="*/ 213459 w 213458"/>
                <a:gd name="csY1" fmla="*/ 480 h 4367518"/>
                <a:gd name="csX2" fmla="*/ 213459 w 213458"/>
                <a:gd name="csY2" fmla="*/ 4367999 h 4367518"/>
                <a:gd name="csX3" fmla="*/ 0 w 213458"/>
                <a:gd name="csY3" fmla="*/ 4367999 h 43675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13458" h="4367518">
                  <a:moveTo>
                    <a:pt x="0" y="480"/>
                  </a:moveTo>
                  <a:lnTo>
                    <a:pt x="213459" y="480"/>
                  </a:lnTo>
                  <a:lnTo>
                    <a:pt x="213459" y="4367999"/>
                  </a:lnTo>
                  <a:lnTo>
                    <a:pt x="0" y="4367999"/>
                  </a:lnTo>
                  <a:close/>
                </a:path>
              </a:pathLst>
            </a:custGeom>
          </p:spPr>
        </p:pic>
        <p:grpSp>
          <p:nvGrpSpPr>
            <p:cNvPr id="274" name="图形 4">
              <a:extLst>
                <a:ext uri="{FF2B5EF4-FFF2-40B4-BE49-F238E27FC236}">
                  <a16:creationId xmlns:a16="http://schemas.microsoft.com/office/drawing/2014/main" id="{D1189A30-237F-E821-F1BC-BE25F7239F1D}"/>
                </a:ext>
              </a:extLst>
            </p:cNvPr>
            <p:cNvGrpSpPr/>
            <p:nvPr/>
          </p:nvGrpSpPr>
          <p:grpSpPr>
            <a:xfrm>
              <a:off x="11576572" y="6654364"/>
              <a:ext cx="854030" cy="4013284"/>
              <a:chOff x="11576572" y="6654364"/>
              <a:chExt cx="854030" cy="4013284"/>
            </a:xfrm>
            <a:solidFill>
              <a:srgbClr val="000000"/>
            </a:solidFill>
          </p:grpSpPr>
          <p:grpSp>
            <p:nvGrpSpPr>
              <p:cNvPr id="275" name="图形 4">
                <a:extLst>
                  <a:ext uri="{FF2B5EF4-FFF2-40B4-BE49-F238E27FC236}">
                    <a16:creationId xmlns:a16="http://schemas.microsoft.com/office/drawing/2014/main" id="{1A12F565-AED7-0B1B-4B12-D8894D16F279}"/>
                  </a:ext>
                </a:extLst>
              </p:cNvPr>
              <p:cNvGrpSpPr/>
              <p:nvPr/>
            </p:nvGrpSpPr>
            <p:grpSpPr>
              <a:xfrm>
                <a:off x="11576572" y="10390649"/>
                <a:ext cx="569135" cy="276999"/>
                <a:chOff x="11576572" y="10390649"/>
                <a:chExt cx="569135" cy="276999"/>
              </a:xfrm>
              <a:solidFill>
                <a:srgbClr val="000000"/>
              </a:solidFill>
            </p:grpSpPr>
            <p:sp>
              <p:nvSpPr>
                <p:cNvPr id="276" name="任意形状 275">
                  <a:extLst>
                    <a:ext uri="{FF2B5EF4-FFF2-40B4-BE49-F238E27FC236}">
                      <a16:creationId xmlns:a16="http://schemas.microsoft.com/office/drawing/2014/main" id="{EEA3946A-FF98-FCC8-9065-1B447C641EAA}"/>
                    </a:ext>
                  </a:extLst>
                </p:cNvPr>
                <p:cNvSpPr/>
                <p:nvPr/>
              </p:nvSpPr>
              <p:spPr>
                <a:xfrm>
                  <a:off x="11576572" y="10529773"/>
                  <a:ext cx="86470" cy="24658"/>
                </a:xfrm>
                <a:custGeom>
                  <a:avLst/>
                  <a:gdLst>
                    <a:gd name="csX0" fmla="*/ 469 w 86470"/>
                    <a:gd name="csY0" fmla="*/ 404 h 24658"/>
                    <a:gd name="csX1" fmla="*/ 86939 w 86470"/>
                    <a:gd name="csY1" fmla="*/ 404 h 24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6470" h="24658">
                      <a:moveTo>
                        <a:pt x="469" y="404"/>
                      </a:moveTo>
                      <a:lnTo>
                        <a:pt x="86939" y="404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277" name="文本框 276">
                  <a:extLst>
                    <a:ext uri="{FF2B5EF4-FFF2-40B4-BE49-F238E27FC236}">
                      <a16:creationId xmlns:a16="http://schemas.microsoft.com/office/drawing/2014/main" id="{7A6A8C16-3D81-5302-0103-1FC8069E026C}"/>
                    </a:ext>
                  </a:extLst>
                </p:cNvPr>
                <p:cNvSpPr txBox="1"/>
                <p:nvPr/>
              </p:nvSpPr>
              <p:spPr>
                <a:xfrm>
                  <a:off x="11658073" y="10390649"/>
                  <a:ext cx="48763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−0.6</a:t>
                  </a:r>
                </a:p>
              </p:txBody>
            </p:sp>
          </p:grpSp>
          <p:grpSp>
            <p:nvGrpSpPr>
              <p:cNvPr id="278" name="图形 4">
                <a:extLst>
                  <a:ext uri="{FF2B5EF4-FFF2-40B4-BE49-F238E27FC236}">
                    <a16:creationId xmlns:a16="http://schemas.microsoft.com/office/drawing/2014/main" id="{C6AB33E8-0AB5-57AF-450F-8B182B33436F}"/>
                  </a:ext>
                </a:extLst>
              </p:cNvPr>
              <p:cNvGrpSpPr/>
              <p:nvPr/>
            </p:nvGrpSpPr>
            <p:grpSpPr>
              <a:xfrm>
                <a:off x="11576572" y="9767922"/>
                <a:ext cx="569135" cy="276999"/>
                <a:chOff x="11576572" y="9767922"/>
                <a:chExt cx="569135" cy="276999"/>
              </a:xfrm>
              <a:solidFill>
                <a:srgbClr val="000000"/>
              </a:solidFill>
            </p:grpSpPr>
            <p:sp>
              <p:nvSpPr>
                <p:cNvPr id="279" name="任意形状 278">
                  <a:extLst>
                    <a:ext uri="{FF2B5EF4-FFF2-40B4-BE49-F238E27FC236}">
                      <a16:creationId xmlns:a16="http://schemas.microsoft.com/office/drawing/2014/main" id="{AE397C81-A471-AA76-2FBC-A3D84DE68327}"/>
                    </a:ext>
                  </a:extLst>
                </p:cNvPr>
                <p:cNvSpPr/>
                <p:nvPr/>
              </p:nvSpPr>
              <p:spPr>
                <a:xfrm>
                  <a:off x="11576572" y="9907071"/>
                  <a:ext cx="86470" cy="24658"/>
                </a:xfrm>
                <a:custGeom>
                  <a:avLst/>
                  <a:gdLst>
                    <a:gd name="csX0" fmla="*/ 469 w 86470"/>
                    <a:gd name="csY0" fmla="*/ 379 h 24658"/>
                    <a:gd name="csX1" fmla="*/ 86939 w 86470"/>
                    <a:gd name="csY1" fmla="*/ 379 h 24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6470" h="24658">
                      <a:moveTo>
                        <a:pt x="469" y="379"/>
                      </a:moveTo>
                      <a:lnTo>
                        <a:pt x="86939" y="379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280" name="文本框 279">
                  <a:extLst>
                    <a:ext uri="{FF2B5EF4-FFF2-40B4-BE49-F238E27FC236}">
                      <a16:creationId xmlns:a16="http://schemas.microsoft.com/office/drawing/2014/main" id="{B4A1CF71-1C06-0E08-BB5C-16FE807BCD2A}"/>
                    </a:ext>
                  </a:extLst>
                </p:cNvPr>
                <p:cNvSpPr txBox="1"/>
                <p:nvPr/>
              </p:nvSpPr>
              <p:spPr>
                <a:xfrm>
                  <a:off x="11658073" y="9767922"/>
                  <a:ext cx="48763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−0.4</a:t>
                  </a:r>
                </a:p>
              </p:txBody>
            </p:sp>
          </p:grpSp>
          <p:grpSp>
            <p:nvGrpSpPr>
              <p:cNvPr id="281" name="图形 4">
                <a:extLst>
                  <a:ext uri="{FF2B5EF4-FFF2-40B4-BE49-F238E27FC236}">
                    <a16:creationId xmlns:a16="http://schemas.microsoft.com/office/drawing/2014/main" id="{2FE0EA15-A729-492A-5368-D9803EC34B37}"/>
                  </a:ext>
                </a:extLst>
              </p:cNvPr>
              <p:cNvGrpSpPr/>
              <p:nvPr/>
            </p:nvGrpSpPr>
            <p:grpSpPr>
              <a:xfrm>
                <a:off x="11576572" y="9145221"/>
                <a:ext cx="569135" cy="276999"/>
                <a:chOff x="11576572" y="9145221"/>
                <a:chExt cx="569135" cy="276999"/>
              </a:xfrm>
              <a:solidFill>
                <a:srgbClr val="000000"/>
              </a:solidFill>
            </p:grpSpPr>
            <p:sp>
              <p:nvSpPr>
                <p:cNvPr id="282" name="任意形状 281">
                  <a:extLst>
                    <a:ext uri="{FF2B5EF4-FFF2-40B4-BE49-F238E27FC236}">
                      <a16:creationId xmlns:a16="http://schemas.microsoft.com/office/drawing/2014/main" id="{D2B783E9-037C-6C8A-BDC8-B8B0F7E84237}"/>
                    </a:ext>
                  </a:extLst>
                </p:cNvPr>
                <p:cNvSpPr/>
                <p:nvPr/>
              </p:nvSpPr>
              <p:spPr>
                <a:xfrm>
                  <a:off x="11576572" y="9284345"/>
                  <a:ext cx="86470" cy="24658"/>
                </a:xfrm>
                <a:custGeom>
                  <a:avLst/>
                  <a:gdLst>
                    <a:gd name="csX0" fmla="*/ 469 w 86470"/>
                    <a:gd name="csY0" fmla="*/ 354 h 24658"/>
                    <a:gd name="csX1" fmla="*/ 86939 w 86470"/>
                    <a:gd name="csY1" fmla="*/ 354 h 24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6470" h="24658">
                      <a:moveTo>
                        <a:pt x="469" y="354"/>
                      </a:moveTo>
                      <a:lnTo>
                        <a:pt x="86939" y="354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283" name="文本框 282">
                  <a:extLst>
                    <a:ext uri="{FF2B5EF4-FFF2-40B4-BE49-F238E27FC236}">
                      <a16:creationId xmlns:a16="http://schemas.microsoft.com/office/drawing/2014/main" id="{82EACE50-516A-D934-5FE5-500870C28E2D}"/>
                    </a:ext>
                  </a:extLst>
                </p:cNvPr>
                <p:cNvSpPr txBox="1"/>
                <p:nvPr/>
              </p:nvSpPr>
              <p:spPr>
                <a:xfrm>
                  <a:off x="11658073" y="9145221"/>
                  <a:ext cx="48763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−0.2</a:t>
                  </a:r>
                </a:p>
              </p:txBody>
            </p:sp>
          </p:grpSp>
          <p:grpSp>
            <p:nvGrpSpPr>
              <p:cNvPr id="284" name="图形 4">
                <a:extLst>
                  <a:ext uri="{FF2B5EF4-FFF2-40B4-BE49-F238E27FC236}">
                    <a16:creationId xmlns:a16="http://schemas.microsoft.com/office/drawing/2014/main" id="{29E7644C-EC5F-E851-DF00-B17A56FAB0B9}"/>
                  </a:ext>
                </a:extLst>
              </p:cNvPr>
              <p:cNvGrpSpPr/>
              <p:nvPr/>
            </p:nvGrpSpPr>
            <p:grpSpPr>
              <a:xfrm>
                <a:off x="11576572" y="8522494"/>
                <a:ext cx="479367" cy="276999"/>
                <a:chOff x="11576572" y="8522494"/>
                <a:chExt cx="479367" cy="276999"/>
              </a:xfrm>
              <a:solidFill>
                <a:srgbClr val="000000"/>
              </a:solidFill>
            </p:grpSpPr>
            <p:sp>
              <p:nvSpPr>
                <p:cNvPr id="285" name="任意形状 284">
                  <a:extLst>
                    <a:ext uri="{FF2B5EF4-FFF2-40B4-BE49-F238E27FC236}">
                      <a16:creationId xmlns:a16="http://schemas.microsoft.com/office/drawing/2014/main" id="{8DF12E38-AD9B-1220-D08E-EAEA9D1A9235}"/>
                    </a:ext>
                  </a:extLst>
                </p:cNvPr>
                <p:cNvSpPr/>
                <p:nvPr/>
              </p:nvSpPr>
              <p:spPr>
                <a:xfrm>
                  <a:off x="11576572" y="8661643"/>
                  <a:ext cx="86470" cy="24658"/>
                </a:xfrm>
                <a:custGeom>
                  <a:avLst/>
                  <a:gdLst>
                    <a:gd name="csX0" fmla="*/ 469 w 86470"/>
                    <a:gd name="csY0" fmla="*/ 329 h 24658"/>
                    <a:gd name="csX1" fmla="*/ 86939 w 86470"/>
                    <a:gd name="csY1" fmla="*/ 329 h 24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6470" h="24658">
                      <a:moveTo>
                        <a:pt x="469" y="329"/>
                      </a:moveTo>
                      <a:lnTo>
                        <a:pt x="86939" y="329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286" name="文本框 285">
                  <a:extLst>
                    <a:ext uri="{FF2B5EF4-FFF2-40B4-BE49-F238E27FC236}">
                      <a16:creationId xmlns:a16="http://schemas.microsoft.com/office/drawing/2014/main" id="{4868F474-B18B-FF7B-4434-B33064252E01}"/>
                    </a:ext>
                  </a:extLst>
                </p:cNvPr>
                <p:cNvSpPr txBox="1"/>
                <p:nvPr/>
              </p:nvSpPr>
              <p:spPr>
                <a:xfrm>
                  <a:off x="11658073" y="8522494"/>
                  <a:ext cx="39786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0.0</a:t>
                  </a:r>
                </a:p>
              </p:txBody>
            </p:sp>
          </p:grpSp>
          <p:grpSp>
            <p:nvGrpSpPr>
              <p:cNvPr id="287" name="图形 4">
                <a:extLst>
                  <a:ext uri="{FF2B5EF4-FFF2-40B4-BE49-F238E27FC236}">
                    <a16:creationId xmlns:a16="http://schemas.microsoft.com/office/drawing/2014/main" id="{2E6D1F28-3AFF-799C-0055-B178B12A8C35}"/>
                  </a:ext>
                </a:extLst>
              </p:cNvPr>
              <p:cNvGrpSpPr/>
              <p:nvPr/>
            </p:nvGrpSpPr>
            <p:grpSpPr>
              <a:xfrm>
                <a:off x="11576572" y="7899792"/>
                <a:ext cx="479367" cy="276999"/>
                <a:chOff x="11576572" y="7899792"/>
                <a:chExt cx="479367" cy="276999"/>
              </a:xfrm>
              <a:solidFill>
                <a:srgbClr val="000000"/>
              </a:solidFill>
            </p:grpSpPr>
            <p:sp>
              <p:nvSpPr>
                <p:cNvPr id="288" name="任意形状 287">
                  <a:extLst>
                    <a:ext uri="{FF2B5EF4-FFF2-40B4-BE49-F238E27FC236}">
                      <a16:creationId xmlns:a16="http://schemas.microsoft.com/office/drawing/2014/main" id="{8D5E2A7C-6BFD-EA11-7870-BFC76186ED98}"/>
                    </a:ext>
                  </a:extLst>
                </p:cNvPr>
                <p:cNvSpPr/>
                <p:nvPr/>
              </p:nvSpPr>
              <p:spPr>
                <a:xfrm>
                  <a:off x="11576572" y="8038941"/>
                  <a:ext cx="86470" cy="24658"/>
                </a:xfrm>
                <a:custGeom>
                  <a:avLst/>
                  <a:gdLst>
                    <a:gd name="csX0" fmla="*/ 469 w 86470"/>
                    <a:gd name="csY0" fmla="*/ 303 h 24658"/>
                    <a:gd name="csX1" fmla="*/ 86939 w 86470"/>
                    <a:gd name="csY1" fmla="*/ 303 h 24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6470" h="24658">
                      <a:moveTo>
                        <a:pt x="469" y="303"/>
                      </a:moveTo>
                      <a:lnTo>
                        <a:pt x="86939" y="303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289" name="文本框 288">
                  <a:extLst>
                    <a:ext uri="{FF2B5EF4-FFF2-40B4-BE49-F238E27FC236}">
                      <a16:creationId xmlns:a16="http://schemas.microsoft.com/office/drawing/2014/main" id="{8CE786F7-9437-BFFA-6ADA-05CCFD2E043A}"/>
                    </a:ext>
                  </a:extLst>
                </p:cNvPr>
                <p:cNvSpPr txBox="1"/>
                <p:nvPr/>
              </p:nvSpPr>
              <p:spPr>
                <a:xfrm>
                  <a:off x="11658073" y="7899792"/>
                  <a:ext cx="39786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0.2</a:t>
                  </a:r>
                </a:p>
              </p:txBody>
            </p:sp>
          </p:grpSp>
          <p:grpSp>
            <p:nvGrpSpPr>
              <p:cNvPr id="290" name="图形 4">
                <a:extLst>
                  <a:ext uri="{FF2B5EF4-FFF2-40B4-BE49-F238E27FC236}">
                    <a16:creationId xmlns:a16="http://schemas.microsoft.com/office/drawing/2014/main" id="{DB69EF68-34A9-7ABD-EA1A-C6BAC4A2A449}"/>
                  </a:ext>
                </a:extLst>
              </p:cNvPr>
              <p:cNvGrpSpPr/>
              <p:nvPr/>
            </p:nvGrpSpPr>
            <p:grpSpPr>
              <a:xfrm>
                <a:off x="11576572" y="7277065"/>
                <a:ext cx="479367" cy="276999"/>
                <a:chOff x="11576572" y="7277065"/>
                <a:chExt cx="479367" cy="276999"/>
              </a:xfrm>
              <a:solidFill>
                <a:srgbClr val="000000"/>
              </a:solidFill>
            </p:grpSpPr>
            <p:sp>
              <p:nvSpPr>
                <p:cNvPr id="291" name="任意形状 290">
                  <a:extLst>
                    <a:ext uri="{FF2B5EF4-FFF2-40B4-BE49-F238E27FC236}">
                      <a16:creationId xmlns:a16="http://schemas.microsoft.com/office/drawing/2014/main" id="{D6604CBB-C8C6-50EB-85E9-748B02679776}"/>
                    </a:ext>
                  </a:extLst>
                </p:cNvPr>
                <p:cNvSpPr/>
                <p:nvPr/>
              </p:nvSpPr>
              <p:spPr>
                <a:xfrm>
                  <a:off x="11576572" y="7416215"/>
                  <a:ext cx="86470" cy="24658"/>
                </a:xfrm>
                <a:custGeom>
                  <a:avLst/>
                  <a:gdLst>
                    <a:gd name="csX0" fmla="*/ 469 w 86470"/>
                    <a:gd name="csY0" fmla="*/ 278 h 24658"/>
                    <a:gd name="csX1" fmla="*/ 86939 w 86470"/>
                    <a:gd name="csY1" fmla="*/ 278 h 24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6470" h="24658">
                      <a:moveTo>
                        <a:pt x="469" y="278"/>
                      </a:moveTo>
                      <a:lnTo>
                        <a:pt x="86939" y="278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292" name="文本框 291">
                  <a:extLst>
                    <a:ext uri="{FF2B5EF4-FFF2-40B4-BE49-F238E27FC236}">
                      <a16:creationId xmlns:a16="http://schemas.microsoft.com/office/drawing/2014/main" id="{5D2E3C23-5820-2182-4DD1-0C091846AB55}"/>
                    </a:ext>
                  </a:extLst>
                </p:cNvPr>
                <p:cNvSpPr txBox="1"/>
                <p:nvPr/>
              </p:nvSpPr>
              <p:spPr>
                <a:xfrm>
                  <a:off x="11658073" y="7277065"/>
                  <a:ext cx="39786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0.4</a:t>
                  </a:r>
                </a:p>
              </p:txBody>
            </p:sp>
          </p:grpSp>
          <p:grpSp>
            <p:nvGrpSpPr>
              <p:cNvPr id="293" name="图形 4">
                <a:extLst>
                  <a:ext uri="{FF2B5EF4-FFF2-40B4-BE49-F238E27FC236}">
                    <a16:creationId xmlns:a16="http://schemas.microsoft.com/office/drawing/2014/main" id="{644B4F72-84F3-8806-DB27-397236320890}"/>
                  </a:ext>
                </a:extLst>
              </p:cNvPr>
              <p:cNvGrpSpPr/>
              <p:nvPr/>
            </p:nvGrpSpPr>
            <p:grpSpPr>
              <a:xfrm>
                <a:off x="11576572" y="6654364"/>
                <a:ext cx="479367" cy="276999"/>
                <a:chOff x="11576572" y="6654364"/>
                <a:chExt cx="479367" cy="276999"/>
              </a:xfrm>
              <a:solidFill>
                <a:srgbClr val="000000"/>
              </a:solidFill>
            </p:grpSpPr>
            <p:sp>
              <p:nvSpPr>
                <p:cNvPr id="294" name="任意形状 293">
                  <a:extLst>
                    <a:ext uri="{FF2B5EF4-FFF2-40B4-BE49-F238E27FC236}">
                      <a16:creationId xmlns:a16="http://schemas.microsoft.com/office/drawing/2014/main" id="{62BA7F79-F131-5670-AD7A-7471085CFD75}"/>
                    </a:ext>
                  </a:extLst>
                </p:cNvPr>
                <p:cNvSpPr/>
                <p:nvPr/>
              </p:nvSpPr>
              <p:spPr>
                <a:xfrm>
                  <a:off x="11576572" y="6793513"/>
                  <a:ext cx="86470" cy="24658"/>
                </a:xfrm>
                <a:custGeom>
                  <a:avLst/>
                  <a:gdLst>
                    <a:gd name="csX0" fmla="*/ 469 w 86470"/>
                    <a:gd name="csY0" fmla="*/ 253 h 24658"/>
                    <a:gd name="csX1" fmla="*/ 86939 w 86470"/>
                    <a:gd name="csY1" fmla="*/ 253 h 24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86470" h="24658">
                      <a:moveTo>
                        <a:pt x="469" y="253"/>
                      </a:moveTo>
                      <a:lnTo>
                        <a:pt x="86939" y="253"/>
                      </a:lnTo>
                    </a:path>
                  </a:pathLst>
                </a:custGeom>
                <a:solidFill>
                  <a:srgbClr val="000000"/>
                </a:solidFill>
                <a:ln w="19752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295" name="文本框 294">
                  <a:extLst>
                    <a:ext uri="{FF2B5EF4-FFF2-40B4-BE49-F238E27FC236}">
                      <a16:creationId xmlns:a16="http://schemas.microsoft.com/office/drawing/2014/main" id="{D32325DD-C9D5-25FD-8C8C-3F08EFC78C04}"/>
                    </a:ext>
                  </a:extLst>
                </p:cNvPr>
                <p:cNvSpPr txBox="1"/>
                <p:nvPr/>
              </p:nvSpPr>
              <p:spPr>
                <a:xfrm>
                  <a:off x="11658073" y="6654364"/>
                  <a:ext cx="39786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0.6</a:t>
                  </a:r>
                </a:p>
              </p:txBody>
            </p:sp>
          </p:grpSp>
          <p:sp>
            <p:nvSpPr>
              <p:cNvPr id="296" name="文本框 295">
                <a:extLst>
                  <a:ext uri="{FF2B5EF4-FFF2-40B4-BE49-F238E27FC236}">
                    <a16:creationId xmlns:a16="http://schemas.microsoft.com/office/drawing/2014/main" id="{CD0A71E9-36A8-63B6-8E90-5A15A1B1935E}"/>
                  </a:ext>
                </a:extLst>
              </p:cNvPr>
              <p:cNvSpPr txBox="1"/>
              <p:nvPr/>
            </p:nvSpPr>
            <p:spPr>
              <a:xfrm rot="16200000">
                <a:off x="11261692" y="8492365"/>
                <a:ext cx="199926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16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Pooled Spearman ρ</a:t>
                </a:r>
              </a:p>
            </p:txBody>
          </p:sp>
        </p:grpSp>
        <p:sp>
          <p:nvSpPr>
            <p:cNvPr id="297" name="任意形状 296">
              <a:extLst>
                <a:ext uri="{FF2B5EF4-FFF2-40B4-BE49-F238E27FC236}">
                  <a16:creationId xmlns:a16="http://schemas.microsoft.com/office/drawing/2014/main" id="{2D8DB55D-EB54-0702-182A-D679F26D73CC}"/>
                </a:ext>
              </a:extLst>
            </p:cNvPr>
            <p:cNvSpPr/>
            <p:nvPr/>
          </p:nvSpPr>
          <p:spPr>
            <a:xfrm>
              <a:off x="11358197" y="6482149"/>
              <a:ext cx="218374" cy="4358987"/>
            </a:xfrm>
            <a:custGeom>
              <a:avLst/>
              <a:gdLst>
                <a:gd name="csX0" fmla="*/ 0 w 218374"/>
                <a:gd name="csY0" fmla="*/ 4358987 h 4358987"/>
                <a:gd name="csX1" fmla="*/ 109200 w 218374"/>
                <a:gd name="csY1" fmla="*/ 4358987 h 4358987"/>
                <a:gd name="csX2" fmla="*/ 218375 w 218374"/>
                <a:gd name="csY2" fmla="*/ 4358987 h 4358987"/>
                <a:gd name="csX3" fmla="*/ 218375 w 218374"/>
                <a:gd name="csY3" fmla="*/ 0 h 4358987"/>
                <a:gd name="csX4" fmla="*/ 109200 w 218374"/>
                <a:gd name="csY4" fmla="*/ 0 h 4358987"/>
                <a:gd name="csX5" fmla="*/ 0 w 218374"/>
                <a:gd name="csY5" fmla="*/ 0 h 4358987"/>
                <a:gd name="csX6" fmla="*/ 0 w 218374"/>
                <a:gd name="csY6" fmla="*/ 4358987 h 43589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218374" h="4358987">
                  <a:moveTo>
                    <a:pt x="0" y="4358987"/>
                  </a:moveTo>
                  <a:lnTo>
                    <a:pt x="109200" y="4358987"/>
                  </a:lnTo>
                  <a:lnTo>
                    <a:pt x="218375" y="4358987"/>
                  </a:lnTo>
                  <a:lnTo>
                    <a:pt x="218375" y="0"/>
                  </a:lnTo>
                  <a:lnTo>
                    <a:pt x="109200" y="0"/>
                  </a:lnTo>
                  <a:lnTo>
                    <a:pt x="0" y="0"/>
                  </a:lnTo>
                  <a:lnTo>
                    <a:pt x="0" y="4358987"/>
                  </a:lnTo>
                  <a:close/>
                </a:path>
              </a:pathLst>
            </a:custGeom>
            <a:noFill/>
            <a:ln w="19752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298" name="文本框 297">
            <a:extLst>
              <a:ext uri="{FF2B5EF4-FFF2-40B4-BE49-F238E27FC236}">
                <a16:creationId xmlns:a16="http://schemas.microsoft.com/office/drawing/2014/main" id="{A4BE8216-721C-B51E-321F-F84405958016}"/>
              </a:ext>
            </a:extLst>
          </p:cNvPr>
          <p:cNvSpPr txBox="1"/>
          <p:nvPr/>
        </p:nvSpPr>
        <p:spPr>
          <a:xfrm>
            <a:off x="834588" y="13155759"/>
            <a:ext cx="71222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spc="0" baseline="0" dirty="0">
                <a:ln/>
                <a:solidFill>
                  <a:srgbClr val="444444"/>
                </a:solidFill>
                <a:latin typeface="Arial"/>
                <a:cs typeface="Arial"/>
                <a:sym typeface="Arial"/>
                <a:rtl val="0"/>
              </a:rPr>
              <a:t>* Primary singscore BH-FDR &lt; 0.05; the corresponding ssGSEA result had FDR=0.066.</a:t>
            </a:r>
          </a:p>
        </p:txBody>
      </p:sp>
    </p:spTree>
    <p:extLst>
      <p:ext uri="{BB962C8B-B14F-4D97-AF65-F5344CB8AC3E}">
        <p14:creationId xmlns:p14="http://schemas.microsoft.com/office/powerpoint/2010/main" val="1289450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229</Words>
  <Application>Microsoft Macintosh PowerPoint</Application>
  <PresentationFormat>自定义</PresentationFormat>
  <Paragraphs>138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Lee</dc:creator>
  <cp:lastModifiedBy>Felix Lee</cp:lastModifiedBy>
  <cp:revision>3</cp:revision>
  <dcterms:created xsi:type="dcterms:W3CDTF">2026-07-18T09:13:21Z</dcterms:created>
  <dcterms:modified xsi:type="dcterms:W3CDTF">2026-07-22T14:58:56Z</dcterms:modified>
</cp:coreProperties>
</file>