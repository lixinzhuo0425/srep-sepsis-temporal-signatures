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04"/>
    <p:restoredTop sz="94637"/>
  </p:normalViewPr>
  <p:slideViewPr>
    <p:cSldViewPr snapToGrid="0">
      <p:cViewPr>
        <p:scale>
          <a:sx n="127" d="100"/>
          <a:sy n="127" d="100"/>
        </p:scale>
        <p:origin x="976" y="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55FA8E-EA78-64D5-AC72-3F8227B9B4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C2A5762-2BBC-0FF4-6BC8-EE99862AFE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8CB4127-4B9D-C8BA-28B6-9107E4948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FE697-C96A-364C-894E-13CD98B1FA43}" type="datetimeFigureOut">
              <a:rPr kumimoji="1" lang="zh-CN" altLang="en-US" smtClean="0"/>
              <a:t>2026/7/22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81CF341-A12D-AA52-43C1-6E7D3D6E3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B698C8-4152-11D3-82B4-CCFB87770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B64C1-745D-534D-B2C3-6A7BB723C66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34707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518077-96DD-CFAF-E013-7264B60AC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D77CC5-1125-0B3F-0579-EE9EAE89E1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1F2592-4978-4E0A-072F-26CFE1C30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FE697-C96A-364C-894E-13CD98B1FA43}" type="datetimeFigureOut">
              <a:rPr kumimoji="1" lang="zh-CN" altLang="en-US" smtClean="0"/>
              <a:t>2026/7/22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176809B-81DC-3294-E77C-D9B6879F8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C835F69-7544-3867-8E84-6AF411426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B64C1-745D-534D-B2C3-6A7BB723C66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13314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B55EBE-52C4-B6C8-87AF-26E2700B9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7795927-5DEB-45BC-3D50-A3D6C13878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00C0A8-E5CF-F131-1B88-EE23257C4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FE697-C96A-364C-894E-13CD98B1FA43}" type="datetimeFigureOut">
              <a:rPr kumimoji="1" lang="zh-CN" altLang="en-US" smtClean="0"/>
              <a:t>2026/7/22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A643F7F-877E-2A02-F758-57B898547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DD0BE1-C02F-3379-4A26-C00528328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B64C1-745D-534D-B2C3-6A7BB723C66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12072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946DAD-870D-DB76-6D1D-FCD867938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23B742E-6390-DBB4-A215-9309871A3B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3DDDD03-01CA-1481-C8CC-995E25E109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B6D5A8B-776F-189B-7160-D033BEF6A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FE697-C96A-364C-894E-13CD98B1FA43}" type="datetimeFigureOut">
              <a:rPr kumimoji="1" lang="zh-CN" altLang="en-US" smtClean="0"/>
              <a:t>2026/7/22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8A8BCDA-02C8-D825-3177-E2718312D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9A09593-B2FD-20DC-2B9E-31C65C908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B64C1-745D-534D-B2C3-6A7BB723C66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23359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6B93EB-2741-FD63-1FAF-B8CA384CE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35AA270-605A-CD94-C431-24F6BF34BC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C7D396C-818C-EB8F-1A52-1E9915F3F9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73A61D3-81FD-FDDD-8961-AF482E492F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C538830-2FEC-DE07-90FC-288D198B09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3F17C1B-9CAA-FA15-21D8-204C4391E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FE697-C96A-364C-894E-13CD98B1FA43}" type="datetimeFigureOut">
              <a:rPr kumimoji="1" lang="zh-CN" altLang="en-US" smtClean="0"/>
              <a:t>2026/7/22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B26AC4C-E19C-F5BA-FF0A-54E356D2C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BE9F1E0-CBE5-D2DE-6D47-C04378260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B64C1-745D-534D-B2C3-6A7BB723C66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59370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05EAB5-2921-C8BE-17A9-B6C40D609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E09713F-1DE3-DE8C-2024-13D334AC9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FE697-C96A-364C-894E-13CD98B1FA43}" type="datetimeFigureOut">
              <a:rPr kumimoji="1" lang="zh-CN" altLang="en-US" smtClean="0"/>
              <a:t>2026/7/22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6ED6335-01B1-4A91-7600-EEEBD00E4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AD9F8EA-D904-5328-920F-504781DD9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B64C1-745D-534D-B2C3-6A7BB723C66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4638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886AEC5-3543-574B-1140-172E280D5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FE697-C96A-364C-894E-13CD98B1FA43}" type="datetimeFigureOut">
              <a:rPr kumimoji="1" lang="zh-CN" altLang="en-US" smtClean="0"/>
              <a:t>2026/7/22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B895370-F186-91AC-E3CD-965BC3835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D02DCBF-6234-1F6A-607B-E5B43EB88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B64C1-745D-534D-B2C3-6A7BB723C66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69431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BDBBE9-7D5E-07BB-88B0-1E2E3B54D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A87C23-187F-B571-60B1-613090AF61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D5C6225-FBBF-B8D4-AE36-C8B5517DBE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82EB0E6-94A9-7C16-5030-5F63B0ECF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FE697-C96A-364C-894E-13CD98B1FA43}" type="datetimeFigureOut">
              <a:rPr kumimoji="1" lang="zh-CN" altLang="en-US" smtClean="0"/>
              <a:t>2026/7/22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0DE131A-ED27-49AF-B7FD-5F69D97CD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85A5952-ACC1-9F4E-3CAA-00570436D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B64C1-745D-534D-B2C3-6A7BB723C66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952813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63D00C-7B2D-1219-D44E-948E6B79B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F16E9E7-5E5D-A272-A917-D566461F50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D33C8C-696D-1876-F819-C01C8CD689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57DC73C-9CE6-064C-9294-94C3BEF0F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FE697-C96A-364C-894E-13CD98B1FA43}" type="datetimeFigureOut">
              <a:rPr kumimoji="1" lang="zh-CN" altLang="en-US" smtClean="0"/>
              <a:t>2026/7/22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CCA2917-F969-7D58-C7F4-6C3A79D5F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E2B70D-7591-FCDB-786A-16EE269A4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B64C1-745D-534D-B2C3-6A7BB723C66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36986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480F46-B707-6DC1-33BF-58F6D15FC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C957F86-4C26-C92B-A9BE-066990A458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7AEF096-8BB7-0D54-F80E-6D40FF788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FE697-C96A-364C-894E-13CD98B1FA43}" type="datetimeFigureOut">
              <a:rPr kumimoji="1" lang="zh-CN" altLang="en-US" smtClean="0"/>
              <a:t>2026/7/22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C5DC05A-8A09-A027-E6F1-4DB4EB277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D9ADA7-7AC1-C8D5-AB4A-B846BA1AB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B64C1-745D-534D-B2C3-6A7BB723C66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24103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DB4BC43-C7B3-9136-C4D6-4CBF13D326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2AA4E81-55A9-1A44-F84D-744AB1BAA8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E88CD5-035A-BA7A-C743-8029FAEE6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FE697-C96A-364C-894E-13CD98B1FA43}" type="datetimeFigureOut">
              <a:rPr kumimoji="1" lang="zh-CN" altLang="en-US" smtClean="0"/>
              <a:t>2026/7/22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9A1FA20-A4A6-7CA5-FB25-4C4A8120E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C495BFD-88D1-9415-74F1-1F7D3BC80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B64C1-745D-534D-B2C3-6A7BB723C66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46158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7047CB6-9150-789C-B580-E43AAB69D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0A279A8-6611-1A56-99F1-CD6310FFD6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199620-9097-A074-77D4-66B0FD29EC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CFE697-C96A-364C-894E-13CD98B1FA43}" type="datetimeFigureOut">
              <a:rPr kumimoji="1" lang="zh-CN" altLang="en-US" smtClean="0"/>
              <a:t>2026/7/22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4B79845-7339-1A7C-1C60-64FE6BBF72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6E671C0-E4C4-1249-511B-4A9413D122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9B64C1-745D-534D-B2C3-6A7BB723C66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05763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6" name="直线箭头连接符 245">
            <a:extLst>
              <a:ext uri="{FF2B5EF4-FFF2-40B4-BE49-F238E27FC236}">
                <a16:creationId xmlns:a16="http://schemas.microsoft.com/office/drawing/2014/main" id="{6CC6F764-3E53-E3C8-77DC-ED81B700E360}"/>
              </a:ext>
            </a:extLst>
          </p:cNvPr>
          <p:cNvCxnSpPr/>
          <p:nvPr/>
        </p:nvCxnSpPr>
        <p:spPr>
          <a:xfrm>
            <a:off x="8256539" y="2014582"/>
            <a:ext cx="1281161" cy="5144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直线箭头连接符 247">
            <a:extLst>
              <a:ext uri="{FF2B5EF4-FFF2-40B4-BE49-F238E27FC236}">
                <a16:creationId xmlns:a16="http://schemas.microsoft.com/office/drawing/2014/main" id="{4E4BD30F-55A4-8C4F-F8F1-9F8FE0AC1DA1}"/>
              </a:ext>
            </a:extLst>
          </p:cNvPr>
          <p:cNvCxnSpPr/>
          <p:nvPr/>
        </p:nvCxnSpPr>
        <p:spPr>
          <a:xfrm flipH="1">
            <a:off x="9537700" y="2014582"/>
            <a:ext cx="1379067" cy="5144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直线箭头连接符 249">
            <a:extLst>
              <a:ext uri="{FF2B5EF4-FFF2-40B4-BE49-F238E27FC236}">
                <a16:creationId xmlns:a16="http://schemas.microsoft.com/office/drawing/2014/main" id="{D9C23ECC-B429-3E32-93B4-1367DC125791}"/>
              </a:ext>
            </a:extLst>
          </p:cNvPr>
          <p:cNvCxnSpPr/>
          <p:nvPr/>
        </p:nvCxnSpPr>
        <p:spPr>
          <a:xfrm flipV="1">
            <a:off x="8256539" y="3299961"/>
            <a:ext cx="1281161" cy="5144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直线箭头连接符 251">
            <a:extLst>
              <a:ext uri="{FF2B5EF4-FFF2-40B4-BE49-F238E27FC236}">
                <a16:creationId xmlns:a16="http://schemas.microsoft.com/office/drawing/2014/main" id="{94DC404C-4FFB-BF07-2699-CD88830B122B}"/>
              </a:ext>
            </a:extLst>
          </p:cNvPr>
          <p:cNvCxnSpPr/>
          <p:nvPr/>
        </p:nvCxnSpPr>
        <p:spPr>
          <a:xfrm flipH="1" flipV="1">
            <a:off x="9537700" y="3299961"/>
            <a:ext cx="1379067" cy="5144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" name="图形 4">
            <a:extLst>
              <a:ext uri="{FF2B5EF4-FFF2-40B4-BE49-F238E27FC236}">
                <a16:creationId xmlns:a16="http://schemas.microsoft.com/office/drawing/2014/main" id="{6AB0310C-26DD-B762-1A2D-7B167C5F8384}"/>
              </a:ext>
            </a:extLst>
          </p:cNvPr>
          <p:cNvGrpSpPr/>
          <p:nvPr/>
        </p:nvGrpSpPr>
        <p:grpSpPr>
          <a:xfrm>
            <a:off x="310145" y="722157"/>
            <a:ext cx="2403084" cy="1580412"/>
            <a:chOff x="304218" y="391810"/>
            <a:chExt cx="2403084" cy="1580412"/>
          </a:xfrm>
        </p:grpSpPr>
        <p:sp>
          <p:nvSpPr>
            <p:cNvPr id="9" name="任意形状 8">
              <a:extLst>
                <a:ext uri="{FF2B5EF4-FFF2-40B4-BE49-F238E27FC236}">
                  <a16:creationId xmlns:a16="http://schemas.microsoft.com/office/drawing/2014/main" id="{311D3048-9C88-3AEA-65C5-873E49FDDD8F}"/>
                </a:ext>
              </a:extLst>
            </p:cNvPr>
            <p:cNvSpPr/>
            <p:nvPr/>
          </p:nvSpPr>
          <p:spPr>
            <a:xfrm>
              <a:off x="778599" y="1051912"/>
              <a:ext cx="1928703" cy="903393"/>
            </a:xfrm>
            <a:custGeom>
              <a:avLst/>
              <a:gdLst>
                <a:gd name="csX0" fmla="*/ 0 w 1928703"/>
                <a:gd name="csY0" fmla="*/ 903393 h 903393"/>
                <a:gd name="csX1" fmla="*/ 1928703 w 1928703"/>
                <a:gd name="csY1" fmla="*/ 903393 h 903393"/>
                <a:gd name="csX2" fmla="*/ 1928703 w 1928703"/>
                <a:gd name="csY2" fmla="*/ 0 h 903393"/>
                <a:gd name="csX3" fmla="*/ 0 w 1928703"/>
                <a:gd name="csY3" fmla="*/ 0 h 90339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928703" h="903393">
                  <a:moveTo>
                    <a:pt x="0" y="903393"/>
                  </a:moveTo>
                  <a:lnTo>
                    <a:pt x="1928703" y="903393"/>
                  </a:lnTo>
                  <a:lnTo>
                    <a:pt x="192870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6879" cap="flat">
              <a:noFill/>
              <a:prstDash val="solid"/>
              <a:round/>
            </a:ln>
          </p:spPr>
        </p:sp>
        <p:sp>
          <p:nvSpPr>
            <p:cNvPr id="10" name="任意形状 9">
              <a:extLst>
                <a:ext uri="{FF2B5EF4-FFF2-40B4-BE49-F238E27FC236}">
                  <a16:creationId xmlns:a16="http://schemas.microsoft.com/office/drawing/2014/main" id="{BD3DBDFB-AAAA-A1F5-7705-7DC41C94942C}"/>
                </a:ext>
              </a:extLst>
            </p:cNvPr>
            <p:cNvSpPr/>
            <p:nvPr/>
          </p:nvSpPr>
          <p:spPr>
            <a:xfrm>
              <a:off x="1815277" y="1051912"/>
              <a:ext cx="62001" cy="903393"/>
            </a:xfrm>
            <a:custGeom>
              <a:avLst/>
              <a:gdLst>
                <a:gd name="csX0" fmla="*/ 0 w 62001"/>
                <a:gd name="csY0" fmla="*/ 903393 h 903393"/>
                <a:gd name="csX1" fmla="*/ 62001 w 62001"/>
                <a:gd name="csY1" fmla="*/ 903393 h 903393"/>
                <a:gd name="csX2" fmla="*/ 62001 w 62001"/>
                <a:gd name="csY2" fmla="*/ 0 h 903393"/>
                <a:gd name="csX3" fmla="*/ 0 w 62001"/>
                <a:gd name="csY3" fmla="*/ 0 h 90339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62001" h="903393">
                  <a:moveTo>
                    <a:pt x="0" y="903393"/>
                  </a:moveTo>
                  <a:lnTo>
                    <a:pt x="62001" y="903393"/>
                  </a:lnTo>
                  <a:lnTo>
                    <a:pt x="6200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3F6F7"/>
            </a:solidFill>
            <a:ln w="16879" cap="flat">
              <a:noFill/>
              <a:prstDash val="solid"/>
              <a:round/>
            </a:ln>
          </p:spPr>
        </p:sp>
        <p:sp>
          <p:nvSpPr>
            <p:cNvPr id="11" name="任意形状 10">
              <a:extLst>
                <a:ext uri="{FF2B5EF4-FFF2-40B4-BE49-F238E27FC236}">
                  <a16:creationId xmlns:a16="http://schemas.microsoft.com/office/drawing/2014/main" id="{377CACFD-D52A-96BE-F966-21993557FCE8}"/>
                </a:ext>
              </a:extLst>
            </p:cNvPr>
            <p:cNvSpPr/>
            <p:nvPr/>
          </p:nvSpPr>
          <p:spPr>
            <a:xfrm>
              <a:off x="1846275" y="1051912"/>
              <a:ext cx="16886" cy="903393"/>
            </a:xfrm>
            <a:custGeom>
              <a:avLst/>
              <a:gdLst>
                <a:gd name="csX0" fmla="*/ 0 w 16886"/>
                <a:gd name="csY0" fmla="*/ 903393 h 903393"/>
                <a:gd name="csX1" fmla="*/ 0 w 16886"/>
                <a:gd name="csY1" fmla="*/ 0 h 90339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6886" h="903393">
                  <a:moveTo>
                    <a:pt x="0" y="903393"/>
                  </a:moveTo>
                  <a:lnTo>
                    <a:pt x="0" y="0"/>
                  </a:lnTo>
                </a:path>
              </a:pathLst>
            </a:custGeom>
            <a:noFill/>
            <a:ln w="15191" cap="flat">
              <a:solidFill>
                <a:srgbClr val="7B858C"/>
              </a:solidFill>
              <a:custDash>
                <a:ds d="202500" sp="135000"/>
              </a:custDash>
              <a:round/>
            </a:ln>
          </p:spPr>
        </p:sp>
        <p:sp>
          <p:nvSpPr>
            <p:cNvPr id="12" name="任意形状 11">
              <a:extLst>
                <a:ext uri="{FF2B5EF4-FFF2-40B4-BE49-F238E27FC236}">
                  <a16:creationId xmlns:a16="http://schemas.microsoft.com/office/drawing/2014/main" id="{F3AD1617-D194-B311-95CA-9E9937D31AEA}"/>
                </a:ext>
              </a:extLst>
            </p:cNvPr>
            <p:cNvSpPr/>
            <p:nvPr/>
          </p:nvSpPr>
          <p:spPr>
            <a:xfrm>
              <a:off x="778599" y="1494003"/>
              <a:ext cx="1928703" cy="16917"/>
            </a:xfrm>
            <a:custGeom>
              <a:avLst/>
              <a:gdLst>
                <a:gd name="csX0" fmla="*/ 0 w 1928703"/>
                <a:gd name="csY0" fmla="*/ 0 h 16917"/>
                <a:gd name="csX1" fmla="*/ 1928703 w 1928703"/>
                <a:gd name="csY1" fmla="*/ 0 h 169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928703" h="16917">
                  <a:moveTo>
                    <a:pt x="0" y="0"/>
                  </a:moveTo>
                  <a:lnTo>
                    <a:pt x="1928703" y="0"/>
                  </a:lnTo>
                </a:path>
              </a:pathLst>
            </a:custGeom>
            <a:noFill/>
            <a:ln w="9283" cap="sq">
              <a:solidFill>
                <a:srgbClr val="E8ECEE"/>
              </a:solidFill>
              <a:prstDash val="solid"/>
              <a:round/>
            </a:ln>
          </p:spPr>
        </p:sp>
        <p:grpSp>
          <p:nvGrpSpPr>
            <p:cNvPr id="13" name="图形 4">
              <a:extLst>
                <a:ext uri="{FF2B5EF4-FFF2-40B4-BE49-F238E27FC236}">
                  <a16:creationId xmlns:a16="http://schemas.microsoft.com/office/drawing/2014/main" id="{F9425127-67CB-7D16-2612-B68EBAF58813}"/>
                </a:ext>
              </a:extLst>
            </p:cNvPr>
            <p:cNvGrpSpPr/>
            <p:nvPr/>
          </p:nvGrpSpPr>
          <p:grpSpPr>
            <a:xfrm>
              <a:off x="304218" y="1124207"/>
              <a:ext cx="383438" cy="615259"/>
              <a:chOff x="304218" y="1124207"/>
              <a:chExt cx="383438" cy="615259"/>
            </a:xfrm>
            <a:solidFill>
              <a:srgbClr val="6C7C86"/>
            </a:solidFill>
          </p:grpSpPr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452376F6-70B6-FD8D-49C6-DB437395D9A5}"/>
                  </a:ext>
                </a:extLst>
              </p:cNvPr>
              <p:cNvSpPr txBox="1"/>
              <p:nvPr/>
            </p:nvSpPr>
            <p:spPr>
              <a:xfrm>
                <a:off x="304218" y="1124207"/>
                <a:ext cx="383438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900" spc="0" baseline="0">
                    <a:ln/>
                    <a:solidFill>
                      <a:srgbClr val="6C7C86"/>
                    </a:solidFill>
                    <a:latin typeface="Arial"/>
                    <a:cs typeface="Arial"/>
                    <a:sym typeface="Arial"/>
                    <a:rtl val="0"/>
                  </a:rPr>
                  <a:t>T24</a:t>
                </a:r>
              </a:p>
            </p:txBody>
          </p:sp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10743952-1905-8523-7DD1-C9FB69C9B515}"/>
                  </a:ext>
                </a:extLst>
              </p:cNvPr>
              <p:cNvSpPr txBox="1"/>
              <p:nvPr/>
            </p:nvSpPr>
            <p:spPr>
              <a:xfrm>
                <a:off x="304218" y="1508634"/>
                <a:ext cx="383438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900" spc="0" baseline="0">
                    <a:ln/>
                    <a:solidFill>
                      <a:srgbClr val="6C7C86"/>
                    </a:solidFill>
                    <a:latin typeface="Arial"/>
                    <a:cs typeface="Arial"/>
                    <a:sym typeface="Arial"/>
                    <a:rtl val="0"/>
                  </a:rPr>
                  <a:t>T48</a:t>
                </a:r>
              </a:p>
            </p:txBody>
          </p:sp>
        </p:grpSp>
        <p:sp>
          <p:nvSpPr>
            <p:cNvPr id="16" name="任意形状 15">
              <a:extLst>
                <a:ext uri="{FF2B5EF4-FFF2-40B4-BE49-F238E27FC236}">
                  <a16:creationId xmlns:a16="http://schemas.microsoft.com/office/drawing/2014/main" id="{AC55C6A3-61D4-EFEE-ACFB-C8BBB86357D3}"/>
                </a:ext>
              </a:extLst>
            </p:cNvPr>
            <p:cNvSpPr/>
            <p:nvPr/>
          </p:nvSpPr>
          <p:spPr>
            <a:xfrm>
              <a:off x="778599" y="830578"/>
              <a:ext cx="1928703" cy="16917"/>
            </a:xfrm>
            <a:custGeom>
              <a:avLst/>
              <a:gdLst>
                <a:gd name="csX0" fmla="*/ 0 w 1928703"/>
                <a:gd name="csY0" fmla="*/ 0 h 16917"/>
                <a:gd name="csX1" fmla="*/ 1928703 w 1928703"/>
                <a:gd name="csY1" fmla="*/ 0 h 169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928703" h="16917">
                  <a:moveTo>
                    <a:pt x="0" y="0"/>
                  </a:moveTo>
                  <a:lnTo>
                    <a:pt x="1928703" y="0"/>
                  </a:lnTo>
                </a:path>
              </a:pathLst>
            </a:custGeom>
            <a:noFill/>
            <a:ln w="10971" cap="sq">
              <a:solidFill>
                <a:srgbClr val="C8D5DB"/>
              </a:solidFill>
              <a:prstDash val="solid"/>
              <a:round/>
            </a:ln>
          </p:spPr>
        </p:sp>
        <p:sp>
          <p:nvSpPr>
            <p:cNvPr id="17" name="任意形状 16">
              <a:extLst>
                <a:ext uri="{FF2B5EF4-FFF2-40B4-BE49-F238E27FC236}">
                  <a16:creationId xmlns:a16="http://schemas.microsoft.com/office/drawing/2014/main" id="{E0E628A9-A685-96C8-FB03-7A5AB644ABE0}"/>
                </a:ext>
              </a:extLst>
            </p:cNvPr>
            <p:cNvSpPr/>
            <p:nvPr/>
          </p:nvSpPr>
          <p:spPr>
            <a:xfrm>
              <a:off x="778599" y="1955305"/>
              <a:ext cx="1928703" cy="16917"/>
            </a:xfrm>
            <a:custGeom>
              <a:avLst/>
              <a:gdLst>
                <a:gd name="csX0" fmla="*/ 0 w 1928703"/>
                <a:gd name="csY0" fmla="*/ 0 h 16917"/>
                <a:gd name="csX1" fmla="*/ 1928703 w 1928703"/>
                <a:gd name="csY1" fmla="*/ 0 h 169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928703" h="16917">
                  <a:moveTo>
                    <a:pt x="0" y="0"/>
                  </a:moveTo>
                  <a:lnTo>
                    <a:pt x="1928703" y="0"/>
                  </a:lnTo>
                </a:path>
              </a:pathLst>
            </a:custGeom>
            <a:noFill/>
            <a:ln w="11815" cap="sq">
              <a:solidFill>
                <a:srgbClr val="B8C2C8"/>
              </a:solidFill>
              <a:prstDash val="solid"/>
              <a:miter/>
            </a:ln>
          </p:spPr>
        </p:sp>
        <p:sp>
          <p:nvSpPr>
            <p:cNvPr id="18" name="任意形状 17">
              <a:extLst>
                <a:ext uri="{FF2B5EF4-FFF2-40B4-BE49-F238E27FC236}">
                  <a16:creationId xmlns:a16="http://schemas.microsoft.com/office/drawing/2014/main" id="{562EA4ED-D932-DDC0-FC85-F6D4F9AD6798}"/>
                </a:ext>
              </a:extLst>
            </p:cNvPr>
            <p:cNvSpPr/>
            <p:nvPr/>
          </p:nvSpPr>
          <p:spPr>
            <a:xfrm>
              <a:off x="1548675" y="1321010"/>
              <a:ext cx="73654" cy="16917"/>
            </a:xfrm>
            <a:custGeom>
              <a:avLst/>
              <a:gdLst>
                <a:gd name="csX0" fmla="*/ 0 w 73654"/>
                <a:gd name="csY0" fmla="*/ 0 h 16917"/>
                <a:gd name="csX1" fmla="*/ 73654 w 73654"/>
                <a:gd name="csY1" fmla="*/ 0 h 169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3654" h="16917">
                  <a:moveTo>
                    <a:pt x="0" y="0"/>
                  </a:moveTo>
                  <a:lnTo>
                    <a:pt x="73654" y="0"/>
                  </a:lnTo>
                </a:path>
              </a:pathLst>
            </a:custGeom>
            <a:noFill/>
            <a:ln w="19411" cap="flat">
              <a:solidFill>
                <a:srgbClr val="2F6B8A"/>
              </a:solidFill>
              <a:prstDash val="solid"/>
              <a:round/>
            </a:ln>
          </p:spPr>
        </p:sp>
        <p:sp>
          <p:nvSpPr>
            <p:cNvPr id="19" name="任意形状 18">
              <a:extLst>
                <a:ext uri="{FF2B5EF4-FFF2-40B4-BE49-F238E27FC236}">
                  <a16:creationId xmlns:a16="http://schemas.microsoft.com/office/drawing/2014/main" id="{398AC1A8-EFC3-F27B-EE10-516EE21107D0}"/>
                </a:ext>
              </a:extLst>
            </p:cNvPr>
            <p:cNvSpPr/>
            <p:nvPr/>
          </p:nvSpPr>
          <p:spPr>
            <a:xfrm>
              <a:off x="1548675" y="1290559"/>
              <a:ext cx="16886" cy="60902"/>
            </a:xfrm>
            <a:custGeom>
              <a:avLst/>
              <a:gdLst>
                <a:gd name="csX0" fmla="*/ 83 w 16886"/>
                <a:gd name="csY0" fmla="*/ 60970 h 60902"/>
                <a:gd name="csX1" fmla="*/ 83 w 16886"/>
                <a:gd name="csY1" fmla="*/ 68 h 609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6886" h="60902">
                  <a:moveTo>
                    <a:pt x="83" y="60970"/>
                  </a:moveTo>
                  <a:lnTo>
                    <a:pt x="83" y="68"/>
                  </a:lnTo>
                </a:path>
              </a:pathLst>
            </a:custGeom>
            <a:solidFill>
              <a:srgbClr val="2F6B8A"/>
            </a:solidFill>
            <a:ln w="15191" cap="flat">
              <a:solidFill>
                <a:srgbClr val="2F6B8A"/>
              </a:solidFill>
              <a:prstDash val="solid"/>
              <a:round/>
            </a:ln>
          </p:spPr>
        </p:sp>
        <p:sp>
          <p:nvSpPr>
            <p:cNvPr id="20" name="任意形状 19">
              <a:extLst>
                <a:ext uri="{FF2B5EF4-FFF2-40B4-BE49-F238E27FC236}">
                  <a16:creationId xmlns:a16="http://schemas.microsoft.com/office/drawing/2014/main" id="{97FA053C-0D17-4763-6A54-5AFFBFC33CB2}"/>
                </a:ext>
              </a:extLst>
            </p:cNvPr>
            <p:cNvSpPr/>
            <p:nvPr/>
          </p:nvSpPr>
          <p:spPr>
            <a:xfrm>
              <a:off x="1622329" y="1290559"/>
              <a:ext cx="16886" cy="60902"/>
            </a:xfrm>
            <a:custGeom>
              <a:avLst/>
              <a:gdLst>
                <a:gd name="csX0" fmla="*/ 87 w 16886"/>
                <a:gd name="csY0" fmla="*/ 60970 h 60902"/>
                <a:gd name="csX1" fmla="*/ 87 w 16886"/>
                <a:gd name="csY1" fmla="*/ 68 h 609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6886" h="60902">
                  <a:moveTo>
                    <a:pt x="87" y="60970"/>
                  </a:moveTo>
                  <a:lnTo>
                    <a:pt x="87" y="68"/>
                  </a:lnTo>
                </a:path>
              </a:pathLst>
            </a:custGeom>
            <a:solidFill>
              <a:srgbClr val="2F6B8A"/>
            </a:solidFill>
            <a:ln w="15191" cap="flat">
              <a:solidFill>
                <a:srgbClr val="2F6B8A"/>
              </a:solidFill>
              <a:prstDash val="solid"/>
              <a:round/>
            </a:ln>
          </p:spPr>
        </p:sp>
        <p:sp>
          <p:nvSpPr>
            <p:cNvPr id="21" name="任意形状 20">
              <a:extLst>
                <a:ext uri="{FF2B5EF4-FFF2-40B4-BE49-F238E27FC236}">
                  <a16:creationId xmlns:a16="http://schemas.microsoft.com/office/drawing/2014/main" id="{A0D5D222-5B0F-32AC-311F-DD53D901DD22}"/>
                </a:ext>
              </a:extLst>
            </p:cNvPr>
            <p:cNvSpPr/>
            <p:nvPr/>
          </p:nvSpPr>
          <p:spPr>
            <a:xfrm>
              <a:off x="915836" y="1705437"/>
              <a:ext cx="682882" cy="16917"/>
            </a:xfrm>
            <a:custGeom>
              <a:avLst/>
              <a:gdLst>
                <a:gd name="csX0" fmla="*/ 0 w 682882"/>
                <a:gd name="csY0" fmla="*/ 0 h 16917"/>
                <a:gd name="csX1" fmla="*/ 682883 w 682882"/>
                <a:gd name="csY1" fmla="*/ 0 h 169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682882" h="16917">
                  <a:moveTo>
                    <a:pt x="0" y="0"/>
                  </a:moveTo>
                  <a:lnTo>
                    <a:pt x="682883" y="0"/>
                  </a:lnTo>
                </a:path>
              </a:pathLst>
            </a:custGeom>
            <a:noFill/>
            <a:ln w="19411" cap="flat">
              <a:solidFill>
                <a:srgbClr val="C65D3A"/>
              </a:solidFill>
              <a:prstDash val="solid"/>
              <a:round/>
            </a:ln>
          </p:spPr>
        </p:sp>
        <p:sp>
          <p:nvSpPr>
            <p:cNvPr id="22" name="任意形状 21">
              <a:extLst>
                <a:ext uri="{FF2B5EF4-FFF2-40B4-BE49-F238E27FC236}">
                  <a16:creationId xmlns:a16="http://schemas.microsoft.com/office/drawing/2014/main" id="{451C090E-3976-4135-9A22-3A91B8B18EB2}"/>
                </a:ext>
              </a:extLst>
            </p:cNvPr>
            <p:cNvSpPr/>
            <p:nvPr/>
          </p:nvSpPr>
          <p:spPr>
            <a:xfrm>
              <a:off x="915836" y="1674986"/>
              <a:ext cx="16886" cy="60902"/>
            </a:xfrm>
            <a:custGeom>
              <a:avLst/>
              <a:gdLst>
                <a:gd name="csX0" fmla="*/ 45 w 16886"/>
                <a:gd name="csY0" fmla="*/ 60993 h 60902"/>
                <a:gd name="csX1" fmla="*/ 45 w 16886"/>
                <a:gd name="csY1" fmla="*/ 90 h 609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6886" h="60902">
                  <a:moveTo>
                    <a:pt x="45" y="60993"/>
                  </a:moveTo>
                  <a:lnTo>
                    <a:pt x="45" y="90"/>
                  </a:lnTo>
                </a:path>
              </a:pathLst>
            </a:custGeom>
            <a:solidFill>
              <a:srgbClr val="C65D3A"/>
            </a:solidFill>
            <a:ln w="15191" cap="flat">
              <a:solidFill>
                <a:srgbClr val="C65D3A"/>
              </a:solidFill>
              <a:prstDash val="solid"/>
              <a:round/>
            </a:ln>
          </p:spPr>
        </p:sp>
        <p:sp>
          <p:nvSpPr>
            <p:cNvPr id="23" name="任意形状 22">
              <a:extLst>
                <a:ext uri="{FF2B5EF4-FFF2-40B4-BE49-F238E27FC236}">
                  <a16:creationId xmlns:a16="http://schemas.microsoft.com/office/drawing/2014/main" id="{08CEDFDC-4CAA-5CDA-9E49-5D6F6C15A306}"/>
                </a:ext>
              </a:extLst>
            </p:cNvPr>
            <p:cNvSpPr/>
            <p:nvPr/>
          </p:nvSpPr>
          <p:spPr>
            <a:xfrm>
              <a:off x="1598718" y="1674986"/>
              <a:ext cx="16886" cy="60902"/>
            </a:xfrm>
            <a:custGeom>
              <a:avLst/>
              <a:gdLst>
                <a:gd name="csX0" fmla="*/ 86 w 16886"/>
                <a:gd name="csY0" fmla="*/ 60993 h 60902"/>
                <a:gd name="csX1" fmla="*/ 86 w 16886"/>
                <a:gd name="csY1" fmla="*/ 90 h 609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6886" h="60902">
                  <a:moveTo>
                    <a:pt x="86" y="60993"/>
                  </a:moveTo>
                  <a:lnTo>
                    <a:pt x="86" y="90"/>
                  </a:lnTo>
                </a:path>
              </a:pathLst>
            </a:custGeom>
            <a:solidFill>
              <a:srgbClr val="C65D3A"/>
            </a:solidFill>
            <a:ln w="15191" cap="flat">
              <a:solidFill>
                <a:srgbClr val="C65D3A"/>
              </a:solidFill>
              <a:prstDash val="solid"/>
              <a:round/>
            </a:ln>
          </p:spPr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59340225-C1EA-C80C-94D3-0226348DE940}"/>
                </a:ext>
              </a:extLst>
            </p:cNvPr>
            <p:cNvSpPr txBox="1"/>
            <p:nvPr/>
          </p:nvSpPr>
          <p:spPr>
            <a:xfrm>
              <a:off x="663221" y="391810"/>
              <a:ext cx="168507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900" b="1" spc="0" baseline="0" dirty="0">
                  <a:ln/>
                  <a:solidFill>
                    <a:srgbClr val="2F6B8A"/>
                  </a:solidFill>
                  <a:latin typeface="Arial"/>
                  <a:cs typeface="Arial"/>
                  <a:sym typeface="Arial"/>
                  <a:rtl val="0"/>
                </a:rPr>
                <a:t>DIAGNOSTIC SIGNATURES</a:t>
              </a: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5E5DDC1A-31D1-C876-C899-2C145156AE50}"/>
                </a:ext>
              </a:extLst>
            </p:cNvPr>
            <p:cNvSpPr txBox="1"/>
            <p:nvPr/>
          </p:nvSpPr>
          <p:spPr>
            <a:xfrm>
              <a:off x="663221" y="614192"/>
              <a:ext cx="159530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900" b="1" spc="0" baseline="0" dirty="0">
                  <a:ln/>
                  <a:solidFill>
                    <a:srgbClr val="24323D"/>
                  </a:solidFill>
                  <a:latin typeface="Arial"/>
                  <a:cs typeface="Arial"/>
                  <a:sym typeface="Arial"/>
                  <a:rtl val="0"/>
                </a:rPr>
                <a:t>SIG001 Sepsis MetaScore</a:t>
              </a:r>
            </a:p>
          </p:txBody>
        </p:sp>
        <p:sp>
          <p:nvSpPr>
            <p:cNvPr id="26" name="任意形状 25">
              <a:extLst>
                <a:ext uri="{FF2B5EF4-FFF2-40B4-BE49-F238E27FC236}">
                  <a16:creationId xmlns:a16="http://schemas.microsoft.com/office/drawing/2014/main" id="{27405DB8-6DBC-861C-2A10-7539950FE30B}"/>
                </a:ext>
              </a:extLst>
            </p:cNvPr>
            <p:cNvSpPr/>
            <p:nvPr/>
          </p:nvSpPr>
          <p:spPr>
            <a:xfrm>
              <a:off x="1550041" y="1285484"/>
              <a:ext cx="70921" cy="71052"/>
            </a:xfrm>
            <a:custGeom>
              <a:avLst/>
              <a:gdLst>
                <a:gd name="csX0" fmla="*/ 35546 w 70921"/>
                <a:gd name="csY0" fmla="*/ 71120 h 71052"/>
                <a:gd name="csX1" fmla="*/ 60621 w 70921"/>
                <a:gd name="csY1" fmla="*/ 60715 h 71052"/>
                <a:gd name="csX2" fmla="*/ 71007 w 70921"/>
                <a:gd name="csY2" fmla="*/ 35594 h 71052"/>
                <a:gd name="csX3" fmla="*/ 60621 w 70921"/>
                <a:gd name="csY3" fmla="*/ 10473 h 71052"/>
                <a:gd name="csX4" fmla="*/ 35546 w 70921"/>
                <a:gd name="csY4" fmla="*/ 68 h 71052"/>
                <a:gd name="csX5" fmla="*/ 10471 w 70921"/>
                <a:gd name="csY5" fmla="*/ 10473 h 71052"/>
                <a:gd name="csX6" fmla="*/ 85 w 70921"/>
                <a:gd name="csY6" fmla="*/ 35594 h 71052"/>
                <a:gd name="csX7" fmla="*/ 10471 w 70921"/>
                <a:gd name="csY7" fmla="*/ 60715 h 71052"/>
                <a:gd name="csX8" fmla="*/ 35546 w 70921"/>
                <a:gd name="csY8" fmla="*/ 71120 h 710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0921" h="71052">
                  <a:moveTo>
                    <a:pt x="35546" y="71120"/>
                  </a:moveTo>
                  <a:cubicBezTo>
                    <a:pt x="44950" y="71120"/>
                    <a:pt x="53971" y="67377"/>
                    <a:pt x="60621" y="60715"/>
                  </a:cubicBezTo>
                  <a:cubicBezTo>
                    <a:pt x="67271" y="54053"/>
                    <a:pt x="71007" y="45016"/>
                    <a:pt x="71007" y="35594"/>
                  </a:cubicBezTo>
                  <a:cubicBezTo>
                    <a:pt x="71007" y="26172"/>
                    <a:pt x="67271" y="17135"/>
                    <a:pt x="60621" y="10473"/>
                  </a:cubicBezTo>
                  <a:cubicBezTo>
                    <a:pt x="53971" y="3811"/>
                    <a:pt x="44950" y="68"/>
                    <a:pt x="35546" y="68"/>
                  </a:cubicBezTo>
                  <a:cubicBezTo>
                    <a:pt x="26142" y="68"/>
                    <a:pt x="17121" y="3811"/>
                    <a:pt x="10471" y="10473"/>
                  </a:cubicBezTo>
                  <a:cubicBezTo>
                    <a:pt x="3821" y="17135"/>
                    <a:pt x="85" y="26172"/>
                    <a:pt x="85" y="35594"/>
                  </a:cubicBezTo>
                  <a:cubicBezTo>
                    <a:pt x="85" y="45016"/>
                    <a:pt x="3821" y="54053"/>
                    <a:pt x="10471" y="60715"/>
                  </a:cubicBezTo>
                  <a:cubicBezTo>
                    <a:pt x="17121" y="67377"/>
                    <a:pt x="26142" y="71120"/>
                    <a:pt x="35546" y="71120"/>
                  </a:cubicBezTo>
                  <a:close/>
                </a:path>
              </a:pathLst>
            </a:custGeom>
            <a:solidFill>
              <a:srgbClr val="FFFFFF"/>
            </a:solidFill>
            <a:ln w="15191" cap="flat">
              <a:solidFill>
                <a:srgbClr val="2F6B8A"/>
              </a:solidFill>
              <a:prstDash val="solid"/>
              <a:round/>
            </a:ln>
          </p:spPr>
        </p:sp>
        <p:sp>
          <p:nvSpPr>
            <p:cNvPr id="27" name="任意形状 26">
              <a:extLst>
                <a:ext uri="{FF2B5EF4-FFF2-40B4-BE49-F238E27FC236}">
                  <a16:creationId xmlns:a16="http://schemas.microsoft.com/office/drawing/2014/main" id="{7634C32E-1D53-2C4D-7041-1B31DDDC953E}"/>
                </a:ext>
              </a:extLst>
            </p:cNvPr>
            <p:cNvSpPr/>
            <p:nvPr/>
          </p:nvSpPr>
          <p:spPr>
            <a:xfrm>
              <a:off x="1221817" y="1669911"/>
              <a:ext cx="70921" cy="71052"/>
            </a:xfrm>
            <a:custGeom>
              <a:avLst/>
              <a:gdLst>
                <a:gd name="csX0" fmla="*/ 66 w 70921"/>
                <a:gd name="csY0" fmla="*/ 71143 h 71052"/>
                <a:gd name="csX1" fmla="*/ 70988 w 70921"/>
                <a:gd name="csY1" fmla="*/ 71143 h 71052"/>
                <a:gd name="csX2" fmla="*/ 70988 w 70921"/>
                <a:gd name="csY2" fmla="*/ 90 h 71052"/>
                <a:gd name="csX3" fmla="*/ 66 w 70921"/>
                <a:gd name="csY3" fmla="*/ 90 h 710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0921" h="71052">
                  <a:moveTo>
                    <a:pt x="66" y="71143"/>
                  </a:moveTo>
                  <a:lnTo>
                    <a:pt x="70988" y="71143"/>
                  </a:lnTo>
                  <a:lnTo>
                    <a:pt x="70988" y="90"/>
                  </a:lnTo>
                  <a:lnTo>
                    <a:pt x="66" y="90"/>
                  </a:lnTo>
                  <a:close/>
                </a:path>
              </a:pathLst>
            </a:custGeom>
            <a:solidFill>
              <a:srgbClr val="C65D3A"/>
            </a:solidFill>
            <a:ln w="15191" cap="flat">
              <a:solidFill>
                <a:srgbClr val="C65D3A"/>
              </a:solidFill>
              <a:prstDash val="solid"/>
              <a:miter/>
            </a:ln>
          </p:spPr>
        </p:sp>
      </p:grpSp>
      <p:grpSp>
        <p:nvGrpSpPr>
          <p:cNvPr id="28" name="图形 4">
            <a:extLst>
              <a:ext uri="{FF2B5EF4-FFF2-40B4-BE49-F238E27FC236}">
                <a16:creationId xmlns:a16="http://schemas.microsoft.com/office/drawing/2014/main" id="{2E0D8187-948E-0EFD-1D32-B5ADC73E2001}"/>
              </a:ext>
            </a:extLst>
          </p:cNvPr>
          <p:cNvGrpSpPr/>
          <p:nvPr/>
        </p:nvGrpSpPr>
        <p:grpSpPr>
          <a:xfrm>
            <a:off x="310145" y="2360602"/>
            <a:ext cx="2403084" cy="1217484"/>
            <a:chOff x="304218" y="2109847"/>
            <a:chExt cx="2403084" cy="1217484"/>
          </a:xfrm>
        </p:grpSpPr>
        <p:sp>
          <p:nvSpPr>
            <p:cNvPr id="29" name="任意形状 28">
              <a:extLst>
                <a:ext uri="{FF2B5EF4-FFF2-40B4-BE49-F238E27FC236}">
                  <a16:creationId xmlns:a16="http://schemas.microsoft.com/office/drawing/2014/main" id="{EE0E09AA-5103-1907-6499-975AFFE123AA}"/>
                </a:ext>
              </a:extLst>
            </p:cNvPr>
            <p:cNvSpPr/>
            <p:nvPr/>
          </p:nvSpPr>
          <p:spPr>
            <a:xfrm>
              <a:off x="778599" y="2407014"/>
              <a:ext cx="1928703" cy="903400"/>
            </a:xfrm>
            <a:custGeom>
              <a:avLst/>
              <a:gdLst>
                <a:gd name="csX0" fmla="*/ 0 w 1928703"/>
                <a:gd name="csY0" fmla="*/ 903400 h 903400"/>
                <a:gd name="csX1" fmla="*/ 1928703 w 1928703"/>
                <a:gd name="csY1" fmla="*/ 903400 h 903400"/>
                <a:gd name="csX2" fmla="*/ 1928703 w 1928703"/>
                <a:gd name="csY2" fmla="*/ 0 h 903400"/>
                <a:gd name="csX3" fmla="*/ 0 w 1928703"/>
                <a:gd name="csY3" fmla="*/ 0 h 903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928703" h="903400">
                  <a:moveTo>
                    <a:pt x="0" y="903400"/>
                  </a:moveTo>
                  <a:lnTo>
                    <a:pt x="1928703" y="903400"/>
                  </a:lnTo>
                  <a:lnTo>
                    <a:pt x="192870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6879" cap="flat">
              <a:noFill/>
              <a:prstDash val="solid"/>
              <a:round/>
            </a:ln>
          </p:spPr>
        </p:sp>
        <p:sp>
          <p:nvSpPr>
            <p:cNvPr id="30" name="任意形状 29">
              <a:extLst>
                <a:ext uri="{FF2B5EF4-FFF2-40B4-BE49-F238E27FC236}">
                  <a16:creationId xmlns:a16="http://schemas.microsoft.com/office/drawing/2014/main" id="{426C8B11-EACA-E9FE-F245-B3CD667555C9}"/>
                </a:ext>
              </a:extLst>
            </p:cNvPr>
            <p:cNvSpPr/>
            <p:nvPr/>
          </p:nvSpPr>
          <p:spPr>
            <a:xfrm>
              <a:off x="1815277" y="2407014"/>
              <a:ext cx="62001" cy="903400"/>
            </a:xfrm>
            <a:custGeom>
              <a:avLst/>
              <a:gdLst>
                <a:gd name="csX0" fmla="*/ 0 w 62001"/>
                <a:gd name="csY0" fmla="*/ 903400 h 903400"/>
                <a:gd name="csX1" fmla="*/ 62001 w 62001"/>
                <a:gd name="csY1" fmla="*/ 903400 h 903400"/>
                <a:gd name="csX2" fmla="*/ 62001 w 62001"/>
                <a:gd name="csY2" fmla="*/ 0 h 903400"/>
                <a:gd name="csX3" fmla="*/ 0 w 62001"/>
                <a:gd name="csY3" fmla="*/ 0 h 903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62001" h="903400">
                  <a:moveTo>
                    <a:pt x="0" y="903400"/>
                  </a:moveTo>
                  <a:lnTo>
                    <a:pt x="62001" y="903400"/>
                  </a:lnTo>
                  <a:lnTo>
                    <a:pt x="6200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3F6F7"/>
            </a:solidFill>
            <a:ln w="16879" cap="flat">
              <a:noFill/>
              <a:prstDash val="solid"/>
              <a:round/>
            </a:ln>
          </p:spPr>
        </p:sp>
        <p:sp>
          <p:nvSpPr>
            <p:cNvPr id="31" name="任意形状 30">
              <a:extLst>
                <a:ext uri="{FF2B5EF4-FFF2-40B4-BE49-F238E27FC236}">
                  <a16:creationId xmlns:a16="http://schemas.microsoft.com/office/drawing/2014/main" id="{1004CCD8-B56B-6E64-23A4-E3BBF4E6A5F0}"/>
                </a:ext>
              </a:extLst>
            </p:cNvPr>
            <p:cNvSpPr/>
            <p:nvPr/>
          </p:nvSpPr>
          <p:spPr>
            <a:xfrm>
              <a:off x="1846275" y="2407014"/>
              <a:ext cx="16886" cy="903400"/>
            </a:xfrm>
            <a:custGeom>
              <a:avLst/>
              <a:gdLst>
                <a:gd name="csX0" fmla="*/ 0 w 16886"/>
                <a:gd name="csY0" fmla="*/ 903400 h 903400"/>
                <a:gd name="csX1" fmla="*/ 0 w 16886"/>
                <a:gd name="csY1" fmla="*/ 0 h 903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6886" h="903400">
                  <a:moveTo>
                    <a:pt x="0" y="903400"/>
                  </a:moveTo>
                  <a:lnTo>
                    <a:pt x="0" y="0"/>
                  </a:lnTo>
                </a:path>
              </a:pathLst>
            </a:custGeom>
            <a:noFill/>
            <a:ln w="15191" cap="flat">
              <a:solidFill>
                <a:srgbClr val="7B858C"/>
              </a:solidFill>
              <a:custDash>
                <a:ds d="202500" sp="135000"/>
              </a:custDash>
              <a:round/>
            </a:ln>
          </p:spPr>
        </p:sp>
        <p:sp>
          <p:nvSpPr>
            <p:cNvPr id="32" name="任意形状 31">
              <a:extLst>
                <a:ext uri="{FF2B5EF4-FFF2-40B4-BE49-F238E27FC236}">
                  <a16:creationId xmlns:a16="http://schemas.microsoft.com/office/drawing/2014/main" id="{A2AA39E0-ED9A-C3D2-D9C1-705D8B85327B}"/>
                </a:ext>
              </a:extLst>
            </p:cNvPr>
            <p:cNvSpPr/>
            <p:nvPr/>
          </p:nvSpPr>
          <p:spPr>
            <a:xfrm>
              <a:off x="778599" y="2849097"/>
              <a:ext cx="1928703" cy="16917"/>
            </a:xfrm>
            <a:custGeom>
              <a:avLst/>
              <a:gdLst>
                <a:gd name="csX0" fmla="*/ 0 w 1928703"/>
                <a:gd name="csY0" fmla="*/ 0 h 16917"/>
                <a:gd name="csX1" fmla="*/ 1928703 w 1928703"/>
                <a:gd name="csY1" fmla="*/ 0 h 169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928703" h="16917">
                  <a:moveTo>
                    <a:pt x="0" y="0"/>
                  </a:moveTo>
                  <a:lnTo>
                    <a:pt x="1928703" y="0"/>
                  </a:lnTo>
                </a:path>
              </a:pathLst>
            </a:custGeom>
            <a:noFill/>
            <a:ln w="9283" cap="sq">
              <a:solidFill>
                <a:srgbClr val="E8ECEE"/>
              </a:solidFill>
              <a:prstDash val="solid"/>
              <a:round/>
            </a:ln>
          </p:spPr>
        </p:sp>
        <p:grpSp>
          <p:nvGrpSpPr>
            <p:cNvPr id="33" name="图形 4">
              <a:extLst>
                <a:ext uri="{FF2B5EF4-FFF2-40B4-BE49-F238E27FC236}">
                  <a16:creationId xmlns:a16="http://schemas.microsoft.com/office/drawing/2014/main" id="{C9DE601C-F0FF-4318-0433-C87ADBB35180}"/>
                </a:ext>
              </a:extLst>
            </p:cNvPr>
            <p:cNvGrpSpPr/>
            <p:nvPr/>
          </p:nvGrpSpPr>
          <p:grpSpPr>
            <a:xfrm>
              <a:off x="304218" y="2479304"/>
              <a:ext cx="383438" cy="615261"/>
              <a:chOff x="304218" y="2479304"/>
              <a:chExt cx="383438" cy="615261"/>
            </a:xfrm>
            <a:solidFill>
              <a:srgbClr val="6C7C86"/>
            </a:solidFill>
          </p:grpSpPr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6A4EFF0C-0AD5-9C0D-0423-D672F2CAD2C7}"/>
                  </a:ext>
                </a:extLst>
              </p:cNvPr>
              <p:cNvSpPr txBox="1"/>
              <p:nvPr/>
            </p:nvSpPr>
            <p:spPr>
              <a:xfrm>
                <a:off x="304218" y="2479304"/>
                <a:ext cx="383438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900" spc="0" baseline="0">
                    <a:ln/>
                    <a:solidFill>
                      <a:srgbClr val="6C7C86"/>
                    </a:solidFill>
                    <a:latin typeface="Arial"/>
                    <a:cs typeface="Arial"/>
                    <a:sym typeface="Arial"/>
                    <a:rtl val="0"/>
                  </a:rPr>
                  <a:t>T24</a:t>
                </a:r>
              </a:p>
            </p:txBody>
          </p:sp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0AE748FC-0E3D-A729-5116-773F6B709872}"/>
                  </a:ext>
                </a:extLst>
              </p:cNvPr>
              <p:cNvSpPr txBox="1"/>
              <p:nvPr/>
            </p:nvSpPr>
            <p:spPr>
              <a:xfrm>
                <a:off x="304218" y="2863733"/>
                <a:ext cx="383438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900" spc="0" baseline="0">
                    <a:ln/>
                    <a:solidFill>
                      <a:srgbClr val="6C7C86"/>
                    </a:solidFill>
                    <a:latin typeface="Arial"/>
                    <a:cs typeface="Arial"/>
                    <a:sym typeface="Arial"/>
                    <a:rtl val="0"/>
                  </a:rPr>
                  <a:t>T48</a:t>
                </a:r>
              </a:p>
            </p:txBody>
          </p:sp>
        </p:grpSp>
        <p:sp>
          <p:nvSpPr>
            <p:cNvPr id="36" name="任意形状 35">
              <a:extLst>
                <a:ext uri="{FF2B5EF4-FFF2-40B4-BE49-F238E27FC236}">
                  <a16:creationId xmlns:a16="http://schemas.microsoft.com/office/drawing/2014/main" id="{B0487A9E-60D0-4A78-CE31-A53729FDD10E}"/>
                </a:ext>
              </a:extLst>
            </p:cNvPr>
            <p:cNvSpPr/>
            <p:nvPr/>
          </p:nvSpPr>
          <p:spPr>
            <a:xfrm>
              <a:off x="778599" y="3310414"/>
              <a:ext cx="1928703" cy="16917"/>
            </a:xfrm>
            <a:custGeom>
              <a:avLst/>
              <a:gdLst>
                <a:gd name="csX0" fmla="*/ 0 w 1928703"/>
                <a:gd name="csY0" fmla="*/ 0 h 16917"/>
                <a:gd name="csX1" fmla="*/ 1928703 w 1928703"/>
                <a:gd name="csY1" fmla="*/ 0 h 169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928703" h="16917">
                  <a:moveTo>
                    <a:pt x="0" y="0"/>
                  </a:moveTo>
                  <a:lnTo>
                    <a:pt x="1928703" y="0"/>
                  </a:lnTo>
                </a:path>
              </a:pathLst>
            </a:custGeom>
            <a:noFill/>
            <a:ln w="11815" cap="sq">
              <a:solidFill>
                <a:srgbClr val="B8C2C8"/>
              </a:solidFill>
              <a:prstDash val="solid"/>
              <a:miter/>
            </a:ln>
          </p:spPr>
        </p:sp>
        <p:sp>
          <p:nvSpPr>
            <p:cNvPr id="37" name="任意形状 36">
              <a:extLst>
                <a:ext uri="{FF2B5EF4-FFF2-40B4-BE49-F238E27FC236}">
                  <a16:creationId xmlns:a16="http://schemas.microsoft.com/office/drawing/2014/main" id="{E613A831-A1B7-55D9-4B52-CC0F60D9FA1D}"/>
                </a:ext>
              </a:extLst>
            </p:cNvPr>
            <p:cNvSpPr/>
            <p:nvPr/>
          </p:nvSpPr>
          <p:spPr>
            <a:xfrm>
              <a:off x="1721427" y="2676117"/>
              <a:ext cx="152051" cy="16917"/>
            </a:xfrm>
            <a:custGeom>
              <a:avLst/>
              <a:gdLst>
                <a:gd name="csX0" fmla="*/ 0 w 152051"/>
                <a:gd name="csY0" fmla="*/ 0 h 16917"/>
                <a:gd name="csX1" fmla="*/ 152052 w 152051"/>
                <a:gd name="csY1" fmla="*/ 0 h 169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52051" h="16917">
                  <a:moveTo>
                    <a:pt x="0" y="0"/>
                  </a:moveTo>
                  <a:lnTo>
                    <a:pt x="152052" y="0"/>
                  </a:lnTo>
                </a:path>
              </a:pathLst>
            </a:custGeom>
            <a:noFill/>
            <a:ln w="19411" cap="flat">
              <a:solidFill>
                <a:srgbClr val="2F6B8A"/>
              </a:solidFill>
              <a:prstDash val="solid"/>
              <a:round/>
            </a:ln>
          </p:spPr>
        </p:sp>
        <p:sp>
          <p:nvSpPr>
            <p:cNvPr id="38" name="任意形状 37">
              <a:extLst>
                <a:ext uri="{FF2B5EF4-FFF2-40B4-BE49-F238E27FC236}">
                  <a16:creationId xmlns:a16="http://schemas.microsoft.com/office/drawing/2014/main" id="{160BAC1F-7880-4A27-9B39-C886CB302548}"/>
                </a:ext>
              </a:extLst>
            </p:cNvPr>
            <p:cNvSpPr/>
            <p:nvPr/>
          </p:nvSpPr>
          <p:spPr>
            <a:xfrm>
              <a:off x="1721427" y="2645666"/>
              <a:ext cx="16886" cy="60902"/>
            </a:xfrm>
            <a:custGeom>
              <a:avLst/>
              <a:gdLst>
                <a:gd name="csX0" fmla="*/ 93 w 16886"/>
                <a:gd name="csY0" fmla="*/ 61050 h 60902"/>
                <a:gd name="csX1" fmla="*/ 93 w 16886"/>
                <a:gd name="csY1" fmla="*/ 148 h 609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6886" h="60902">
                  <a:moveTo>
                    <a:pt x="93" y="61050"/>
                  </a:moveTo>
                  <a:lnTo>
                    <a:pt x="93" y="148"/>
                  </a:lnTo>
                </a:path>
              </a:pathLst>
            </a:custGeom>
            <a:solidFill>
              <a:srgbClr val="2F6B8A"/>
            </a:solidFill>
            <a:ln w="15191" cap="flat">
              <a:solidFill>
                <a:srgbClr val="2F6B8A"/>
              </a:solidFill>
              <a:prstDash val="solid"/>
              <a:round/>
            </a:ln>
          </p:spPr>
        </p:sp>
        <p:sp>
          <p:nvSpPr>
            <p:cNvPr id="39" name="任意形状 38">
              <a:extLst>
                <a:ext uri="{FF2B5EF4-FFF2-40B4-BE49-F238E27FC236}">
                  <a16:creationId xmlns:a16="http://schemas.microsoft.com/office/drawing/2014/main" id="{A4591DBC-D73B-5B76-2223-B94391D10B59}"/>
                </a:ext>
              </a:extLst>
            </p:cNvPr>
            <p:cNvSpPr/>
            <p:nvPr/>
          </p:nvSpPr>
          <p:spPr>
            <a:xfrm>
              <a:off x="1873479" y="2645666"/>
              <a:ext cx="16886" cy="60902"/>
            </a:xfrm>
            <a:custGeom>
              <a:avLst/>
              <a:gdLst>
                <a:gd name="csX0" fmla="*/ 102 w 16886"/>
                <a:gd name="csY0" fmla="*/ 61050 h 60902"/>
                <a:gd name="csX1" fmla="*/ 102 w 16886"/>
                <a:gd name="csY1" fmla="*/ 148 h 609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6886" h="60902">
                  <a:moveTo>
                    <a:pt x="102" y="61050"/>
                  </a:moveTo>
                  <a:lnTo>
                    <a:pt x="102" y="148"/>
                  </a:lnTo>
                </a:path>
              </a:pathLst>
            </a:custGeom>
            <a:solidFill>
              <a:srgbClr val="2F6B8A"/>
            </a:solidFill>
            <a:ln w="15191" cap="flat">
              <a:solidFill>
                <a:srgbClr val="2F6B8A"/>
              </a:solidFill>
              <a:prstDash val="solid"/>
              <a:round/>
            </a:ln>
          </p:spPr>
        </p:sp>
        <p:sp>
          <p:nvSpPr>
            <p:cNvPr id="40" name="任意形状 39">
              <a:extLst>
                <a:ext uri="{FF2B5EF4-FFF2-40B4-BE49-F238E27FC236}">
                  <a16:creationId xmlns:a16="http://schemas.microsoft.com/office/drawing/2014/main" id="{5B917C03-CD83-863B-4621-D2E911F8538B}"/>
                </a:ext>
              </a:extLst>
            </p:cNvPr>
            <p:cNvSpPr/>
            <p:nvPr/>
          </p:nvSpPr>
          <p:spPr>
            <a:xfrm>
              <a:off x="1222462" y="3060546"/>
              <a:ext cx="298991" cy="16917"/>
            </a:xfrm>
            <a:custGeom>
              <a:avLst/>
              <a:gdLst>
                <a:gd name="csX0" fmla="*/ 0 w 298991"/>
                <a:gd name="csY0" fmla="*/ 0 h 16917"/>
                <a:gd name="csX1" fmla="*/ 298992 w 298991"/>
                <a:gd name="csY1" fmla="*/ 0 h 169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98991" h="16917">
                  <a:moveTo>
                    <a:pt x="0" y="0"/>
                  </a:moveTo>
                  <a:lnTo>
                    <a:pt x="298992" y="0"/>
                  </a:lnTo>
                </a:path>
              </a:pathLst>
            </a:custGeom>
            <a:noFill/>
            <a:ln w="19411" cap="flat">
              <a:solidFill>
                <a:srgbClr val="C65D3A"/>
              </a:solidFill>
              <a:prstDash val="solid"/>
              <a:round/>
            </a:ln>
          </p:spPr>
        </p:sp>
        <p:sp>
          <p:nvSpPr>
            <p:cNvPr id="41" name="任意形状 40">
              <a:extLst>
                <a:ext uri="{FF2B5EF4-FFF2-40B4-BE49-F238E27FC236}">
                  <a16:creationId xmlns:a16="http://schemas.microsoft.com/office/drawing/2014/main" id="{6F9D75C6-1AC9-7FC5-F145-CF5DA48AD7E3}"/>
                </a:ext>
              </a:extLst>
            </p:cNvPr>
            <p:cNvSpPr/>
            <p:nvPr/>
          </p:nvSpPr>
          <p:spPr>
            <a:xfrm>
              <a:off x="1222462" y="3030095"/>
              <a:ext cx="16886" cy="60902"/>
            </a:xfrm>
            <a:custGeom>
              <a:avLst/>
              <a:gdLst>
                <a:gd name="csX0" fmla="*/ 64 w 16886"/>
                <a:gd name="csY0" fmla="*/ 61073 h 60902"/>
                <a:gd name="csX1" fmla="*/ 64 w 16886"/>
                <a:gd name="csY1" fmla="*/ 170 h 609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6886" h="60902">
                  <a:moveTo>
                    <a:pt x="64" y="61073"/>
                  </a:moveTo>
                  <a:lnTo>
                    <a:pt x="64" y="170"/>
                  </a:lnTo>
                </a:path>
              </a:pathLst>
            </a:custGeom>
            <a:solidFill>
              <a:srgbClr val="C65D3A"/>
            </a:solidFill>
            <a:ln w="15191" cap="flat">
              <a:solidFill>
                <a:srgbClr val="C65D3A"/>
              </a:solidFill>
              <a:prstDash val="solid"/>
              <a:round/>
            </a:ln>
          </p:spPr>
        </p:sp>
        <p:sp>
          <p:nvSpPr>
            <p:cNvPr id="42" name="任意形状 41">
              <a:extLst>
                <a:ext uri="{FF2B5EF4-FFF2-40B4-BE49-F238E27FC236}">
                  <a16:creationId xmlns:a16="http://schemas.microsoft.com/office/drawing/2014/main" id="{F2E6D3E6-B3B3-A2BD-01CE-4AAD4E159699}"/>
                </a:ext>
              </a:extLst>
            </p:cNvPr>
            <p:cNvSpPr/>
            <p:nvPr/>
          </p:nvSpPr>
          <p:spPr>
            <a:xfrm>
              <a:off x="1521454" y="3030095"/>
              <a:ext cx="16886" cy="60902"/>
            </a:xfrm>
            <a:custGeom>
              <a:avLst/>
              <a:gdLst>
                <a:gd name="csX0" fmla="*/ 81 w 16886"/>
                <a:gd name="csY0" fmla="*/ 61073 h 60902"/>
                <a:gd name="csX1" fmla="*/ 81 w 16886"/>
                <a:gd name="csY1" fmla="*/ 170 h 609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6886" h="60902">
                  <a:moveTo>
                    <a:pt x="81" y="61073"/>
                  </a:moveTo>
                  <a:lnTo>
                    <a:pt x="81" y="170"/>
                  </a:lnTo>
                </a:path>
              </a:pathLst>
            </a:custGeom>
            <a:solidFill>
              <a:srgbClr val="C65D3A"/>
            </a:solidFill>
            <a:ln w="15191" cap="flat">
              <a:solidFill>
                <a:srgbClr val="C65D3A"/>
              </a:solidFill>
              <a:prstDash val="solid"/>
              <a:round/>
            </a:ln>
          </p:spPr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BDF121F8-EAE0-4560-69E6-5D523C748088}"/>
                </a:ext>
              </a:extLst>
            </p:cNvPr>
            <p:cNvSpPr txBox="1"/>
            <p:nvPr/>
          </p:nvSpPr>
          <p:spPr>
            <a:xfrm>
              <a:off x="687159" y="2109847"/>
              <a:ext cx="140936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900" b="1" spc="0" baseline="0" dirty="0">
                  <a:ln/>
                  <a:solidFill>
                    <a:srgbClr val="24323D"/>
                  </a:solidFill>
                  <a:latin typeface="Arial"/>
                  <a:cs typeface="Arial"/>
                  <a:sym typeface="Arial"/>
                  <a:rtl val="0"/>
                </a:rPr>
                <a:t>SIG002 SeptiCyte LAB</a:t>
              </a:r>
            </a:p>
          </p:txBody>
        </p:sp>
        <p:sp>
          <p:nvSpPr>
            <p:cNvPr id="44" name="任意形状 43">
              <a:extLst>
                <a:ext uri="{FF2B5EF4-FFF2-40B4-BE49-F238E27FC236}">
                  <a16:creationId xmlns:a16="http://schemas.microsoft.com/office/drawing/2014/main" id="{718231F7-0E31-5B35-9A78-83413417C74B}"/>
                </a:ext>
              </a:extLst>
            </p:cNvPr>
            <p:cNvSpPr/>
            <p:nvPr/>
          </p:nvSpPr>
          <p:spPr>
            <a:xfrm>
              <a:off x="1761993" y="2640591"/>
              <a:ext cx="70921" cy="71052"/>
            </a:xfrm>
            <a:custGeom>
              <a:avLst/>
              <a:gdLst>
                <a:gd name="csX0" fmla="*/ 35559 w 70921"/>
                <a:gd name="csY0" fmla="*/ 71200 h 71052"/>
                <a:gd name="csX1" fmla="*/ 60633 w 70921"/>
                <a:gd name="csY1" fmla="*/ 60795 h 71052"/>
                <a:gd name="csX2" fmla="*/ 71020 w 70921"/>
                <a:gd name="csY2" fmla="*/ 35674 h 71052"/>
                <a:gd name="csX3" fmla="*/ 60633 w 70921"/>
                <a:gd name="csY3" fmla="*/ 10553 h 71052"/>
                <a:gd name="csX4" fmla="*/ 35559 w 70921"/>
                <a:gd name="csY4" fmla="*/ 148 h 71052"/>
                <a:gd name="csX5" fmla="*/ 10484 w 70921"/>
                <a:gd name="csY5" fmla="*/ 10553 h 71052"/>
                <a:gd name="csX6" fmla="*/ 98 w 70921"/>
                <a:gd name="csY6" fmla="*/ 35674 h 71052"/>
                <a:gd name="csX7" fmla="*/ 10484 w 70921"/>
                <a:gd name="csY7" fmla="*/ 60795 h 71052"/>
                <a:gd name="csX8" fmla="*/ 35559 w 70921"/>
                <a:gd name="csY8" fmla="*/ 71200 h 710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0921" h="71052">
                  <a:moveTo>
                    <a:pt x="35559" y="71200"/>
                  </a:moveTo>
                  <a:cubicBezTo>
                    <a:pt x="44963" y="71200"/>
                    <a:pt x="53983" y="67457"/>
                    <a:pt x="60633" y="60795"/>
                  </a:cubicBezTo>
                  <a:cubicBezTo>
                    <a:pt x="67283" y="54133"/>
                    <a:pt x="71020" y="45096"/>
                    <a:pt x="71020" y="35674"/>
                  </a:cubicBezTo>
                  <a:cubicBezTo>
                    <a:pt x="71020" y="26252"/>
                    <a:pt x="67283" y="17215"/>
                    <a:pt x="60633" y="10553"/>
                  </a:cubicBezTo>
                  <a:cubicBezTo>
                    <a:pt x="53983" y="3891"/>
                    <a:pt x="44963" y="148"/>
                    <a:pt x="35559" y="148"/>
                  </a:cubicBezTo>
                  <a:cubicBezTo>
                    <a:pt x="26154" y="148"/>
                    <a:pt x="17134" y="3891"/>
                    <a:pt x="10484" y="10553"/>
                  </a:cubicBezTo>
                  <a:cubicBezTo>
                    <a:pt x="3834" y="17215"/>
                    <a:pt x="98" y="26252"/>
                    <a:pt x="98" y="35674"/>
                  </a:cubicBezTo>
                  <a:cubicBezTo>
                    <a:pt x="98" y="45096"/>
                    <a:pt x="3834" y="54133"/>
                    <a:pt x="10484" y="60795"/>
                  </a:cubicBezTo>
                  <a:cubicBezTo>
                    <a:pt x="17134" y="67457"/>
                    <a:pt x="26154" y="71200"/>
                    <a:pt x="35559" y="71200"/>
                  </a:cubicBezTo>
                  <a:close/>
                </a:path>
              </a:pathLst>
            </a:custGeom>
            <a:solidFill>
              <a:srgbClr val="FFFFFF"/>
            </a:solidFill>
            <a:ln w="15191" cap="flat">
              <a:solidFill>
                <a:srgbClr val="2F6B8A"/>
              </a:solidFill>
              <a:prstDash val="solid"/>
              <a:round/>
            </a:ln>
          </p:spPr>
        </p:sp>
        <p:sp>
          <p:nvSpPr>
            <p:cNvPr id="45" name="任意形状 44">
              <a:extLst>
                <a:ext uri="{FF2B5EF4-FFF2-40B4-BE49-F238E27FC236}">
                  <a16:creationId xmlns:a16="http://schemas.microsoft.com/office/drawing/2014/main" id="{FFFE4BA5-4953-47BB-700C-663C4B785821}"/>
                </a:ext>
              </a:extLst>
            </p:cNvPr>
            <p:cNvSpPr/>
            <p:nvPr/>
          </p:nvSpPr>
          <p:spPr>
            <a:xfrm>
              <a:off x="1336498" y="3025019"/>
              <a:ext cx="70921" cy="71052"/>
            </a:xfrm>
            <a:custGeom>
              <a:avLst/>
              <a:gdLst>
                <a:gd name="csX0" fmla="*/ 72 w 70921"/>
                <a:gd name="csY0" fmla="*/ 71223 h 71052"/>
                <a:gd name="csX1" fmla="*/ 70994 w 70921"/>
                <a:gd name="csY1" fmla="*/ 71223 h 71052"/>
                <a:gd name="csX2" fmla="*/ 70994 w 70921"/>
                <a:gd name="csY2" fmla="*/ 170 h 71052"/>
                <a:gd name="csX3" fmla="*/ 72 w 70921"/>
                <a:gd name="csY3" fmla="*/ 170 h 710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0921" h="71052">
                  <a:moveTo>
                    <a:pt x="72" y="71223"/>
                  </a:moveTo>
                  <a:lnTo>
                    <a:pt x="70994" y="71223"/>
                  </a:lnTo>
                  <a:lnTo>
                    <a:pt x="70994" y="170"/>
                  </a:lnTo>
                  <a:lnTo>
                    <a:pt x="72" y="170"/>
                  </a:lnTo>
                  <a:close/>
                </a:path>
              </a:pathLst>
            </a:custGeom>
            <a:solidFill>
              <a:srgbClr val="C65D3A"/>
            </a:solidFill>
            <a:ln w="15191" cap="flat">
              <a:solidFill>
                <a:srgbClr val="C65D3A"/>
              </a:solidFill>
              <a:prstDash val="solid"/>
              <a:miter/>
            </a:ln>
          </p:spPr>
        </p:sp>
      </p:grpSp>
      <p:grpSp>
        <p:nvGrpSpPr>
          <p:cNvPr id="46" name="图形 4">
            <a:extLst>
              <a:ext uri="{FF2B5EF4-FFF2-40B4-BE49-F238E27FC236}">
                <a16:creationId xmlns:a16="http://schemas.microsoft.com/office/drawing/2014/main" id="{CC01216A-6CBD-A0F2-318C-A4EC7C779A89}"/>
              </a:ext>
            </a:extLst>
          </p:cNvPr>
          <p:cNvGrpSpPr/>
          <p:nvPr/>
        </p:nvGrpSpPr>
        <p:grpSpPr>
          <a:xfrm>
            <a:off x="302335" y="3718465"/>
            <a:ext cx="2403084" cy="1217483"/>
            <a:chOff x="304218" y="3464956"/>
            <a:chExt cx="2403084" cy="1217483"/>
          </a:xfrm>
        </p:grpSpPr>
        <p:sp>
          <p:nvSpPr>
            <p:cNvPr id="47" name="任意形状 46">
              <a:extLst>
                <a:ext uri="{FF2B5EF4-FFF2-40B4-BE49-F238E27FC236}">
                  <a16:creationId xmlns:a16="http://schemas.microsoft.com/office/drawing/2014/main" id="{6514AFFD-5B8D-3D36-22F4-B333D807DC36}"/>
                </a:ext>
              </a:extLst>
            </p:cNvPr>
            <p:cNvSpPr/>
            <p:nvPr/>
          </p:nvSpPr>
          <p:spPr>
            <a:xfrm>
              <a:off x="778599" y="3762123"/>
              <a:ext cx="1928703" cy="903399"/>
            </a:xfrm>
            <a:custGeom>
              <a:avLst/>
              <a:gdLst>
                <a:gd name="csX0" fmla="*/ 0 w 1928703"/>
                <a:gd name="csY0" fmla="*/ 903400 h 903399"/>
                <a:gd name="csX1" fmla="*/ 1928703 w 1928703"/>
                <a:gd name="csY1" fmla="*/ 903400 h 903399"/>
                <a:gd name="csX2" fmla="*/ 1928703 w 1928703"/>
                <a:gd name="csY2" fmla="*/ 0 h 903399"/>
                <a:gd name="csX3" fmla="*/ 0 w 1928703"/>
                <a:gd name="csY3" fmla="*/ 0 h 9033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928703" h="903399">
                  <a:moveTo>
                    <a:pt x="0" y="903400"/>
                  </a:moveTo>
                  <a:lnTo>
                    <a:pt x="1928703" y="903400"/>
                  </a:lnTo>
                  <a:lnTo>
                    <a:pt x="192870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6879" cap="flat">
              <a:noFill/>
              <a:prstDash val="solid"/>
              <a:round/>
            </a:ln>
          </p:spPr>
        </p:sp>
        <p:sp>
          <p:nvSpPr>
            <p:cNvPr id="48" name="任意形状 47">
              <a:extLst>
                <a:ext uri="{FF2B5EF4-FFF2-40B4-BE49-F238E27FC236}">
                  <a16:creationId xmlns:a16="http://schemas.microsoft.com/office/drawing/2014/main" id="{638F0F73-F824-CE0D-FC97-46A6561F2FEA}"/>
                </a:ext>
              </a:extLst>
            </p:cNvPr>
            <p:cNvSpPr/>
            <p:nvPr/>
          </p:nvSpPr>
          <p:spPr>
            <a:xfrm>
              <a:off x="1815277" y="3762123"/>
              <a:ext cx="62001" cy="903399"/>
            </a:xfrm>
            <a:custGeom>
              <a:avLst/>
              <a:gdLst>
                <a:gd name="csX0" fmla="*/ 0 w 62001"/>
                <a:gd name="csY0" fmla="*/ 903400 h 903399"/>
                <a:gd name="csX1" fmla="*/ 62001 w 62001"/>
                <a:gd name="csY1" fmla="*/ 903400 h 903399"/>
                <a:gd name="csX2" fmla="*/ 62001 w 62001"/>
                <a:gd name="csY2" fmla="*/ 0 h 903399"/>
                <a:gd name="csX3" fmla="*/ 0 w 62001"/>
                <a:gd name="csY3" fmla="*/ 0 h 9033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62001" h="903399">
                  <a:moveTo>
                    <a:pt x="0" y="903400"/>
                  </a:moveTo>
                  <a:lnTo>
                    <a:pt x="62001" y="903400"/>
                  </a:lnTo>
                  <a:lnTo>
                    <a:pt x="6200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3F6F7"/>
            </a:solidFill>
            <a:ln w="16879" cap="flat">
              <a:noFill/>
              <a:prstDash val="solid"/>
              <a:round/>
            </a:ln>
          </p:spPr>
        </p:sp>
        <p:sp>
          <p:nvSpPr>
            <p:cNvPr id="49" name="任意形状 48">
              <a:extLst>
                <a:ext uri="{FF2B5EF4-FFF2-40B4-BE49-F238E27FC236}">
                  <a16:creationId xmlns:a16="http://schemas.microsoft.com/office/drawing/2014/main" id="{6B305128-6E6F-00BE-89F2-32FC567D91B4}"/>
                </a:ext>
              </a:extLst>
            </p:cNvPr>
            <p:cNvSpPr/>
            <p:nvPr/>
          </p:nvSpPr>
          <p:spPr>
            <a:xfrm>
              <a:off x="1846275" y="3762123"/>
              <a:ext cx="16886" cy="903399"/>
            </a:xfrm>
            <a:custGeom>
              <a:avLst/>
              <a:gdLst>
                <a:gd name="csX0" fmla="*/ 0 w 16886"/>
                <a:gd name="csY0" fmla="*/ 903400 h 903399"/>
                <a:gd name="csX1" fmla="*/ 0 w 16886"/>
                <a:gd name="csY1" fmla="*/ 0 h 9033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6886" h="903399">
                  <a:moveTo>
                    <a:pt x="0" y="903400"/>
                  </a:moveTo>
                  <a:lnTo>
                    <a:pt x="0" y="0"/>
                  </a:lnTo>
                </a:path>
              </a:pathLst>
            </a:custGeom>
            <a:noFill/>
            <a:ln w="15191" cap="flat">
              <a:solidFill>
                <a:srgbClr val="7B858C"/>
              </a:solidFill>
              <a:custDash>
                <a:ds d="202500" sp="135000"/>
              </a:custDash>
              <a:round/>
            </a:ln>
          </p:spPr>
        </p:sp>
        <p:sp>
          <p:nvSpPr>
            <p:cNvPr id="50" name="任意形状 49">
              <a:extLst>
                <a:ext uri="{FF2B5EF4-FFF2-40B4-BE49-F238E27FC236}">
                  <a16:creationId xmlns:a16="http://schemas.microsoft.com/office/drawing/2014/main" id="{41B788D4-F147-4834-ACBE-7C1BEDC04564}"/>
                </a:ext>
              </a:extLst>
            </p:cNvPr>
            <p:cNvSpPr/>
            <p:nvPr/>
          </p:nvSpPr>
          <p:spPr>
            <a:xfrm>
              <a:off x="778599" y="4204205"/>
              <a:ext cx="1928703" cy="16917"/>
            </a:xfrm>
            <a:custGeom>
              <a:avLst/>
              <a:gdLst>
                <a:gd name="csX0" fmla="*/ 0 w 1928703"/>
                <a:gd name="csY0" fmla="*/ 0 h 16917"/>
                <a:gd name="csX1" fmla="*/ 1928703 w 1928703"/>
                <a:gd name="csY1" fmla="*/ 0 h 169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928703" h="16917">
                  <a:moveTo>
                    <a:pt x="0" y="0"/>
                  </a:moveTo>
                  <a:lnTo>
                    <a:pt x="1928703" y="0"/>
                  </a:lnTo>
                </a:path>
              </a:pathLst>
            </a:custGeom>
            <a:noFill/>
            <a:ln w="9283" cap="sq">
              <a:solidFill>
                <a:srgbClr val="E8ECEE"/>
              </a:solidFill>
              <a:prstDash val="solid"/>
              <a:round/>
            </a:ln>
          </p:spPr>
        </p:sp>
        <p:grpSp>
          <p:nvGrpSpPr>
            <p:cNvPr id="51" name="图形 4">
              <a:extLst>
                <a:ext uri="{FF2B5EF4-FFF2-40B4-BE49-F238E27FC236}">
                  <a16:creationId xmlns:a16="http://schemas.microsoft.com/office/drawing/2014/main" id="{02169F00-9FC4-37EF-BEDB-22F2D5CB4AE6}"/>
                </a:ext>
              </a:extLst>
            </p:cNvPr>
            <p:cNvGrpSpPr/>
            <p:nvPr/>
          </p:nvGrpSpPr>
          <p:grpSpPr>
            <a:xfrm>
              <a:off x="304218" y="3834413"/>
              <a:ext cx="383438" cy="615260"/>
              <a:chOff x="304218" y="3834413"/>
              <a:chExt cx="383438" cy="615260"/>
            </a:xfrm>
            <a:solidFill>
              <a:srgbClr val="6C7C86"/>
            </a:solidFill>
          </p:grpSpPr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258BB31B-CAFF-2851-902F-A014EDF66907}"/>
                  </a:ext>
                </a:extLst>
              </p:cNvPr>
              <p:cNvSpPr txBox="1"/>
              <p:nvPr/>
            </p:nvSpPr>
            <p:spPr>
              <a:xfrm>
                <a:off x="304218" y="3834413"/>
                <a:ext cx="383438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900" spc="0" baseline="0">
                    <a:ln/>
                    <a:solidFill>
                      <a:srgbClr val="6C7C86"/>
                    </a:solidFill>
                    <a:latin typeface="Arial"/>
                    <a:cs typeface="Arial"/>
                    <a:sym typeface="Arial"/>
                    <a:rtl val="0"/>
                  </a:rPr>
                  <a:t>T24</a:t>
                </a:r>
              </a:p>
            </p:txBody>
          </p:sp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98695BC7-54D9-497C-F641-1EB893C29E3A}"/>
                  </a:ext>
                </a:extLst>
              </p:cNvPr>
              <p:cNvSpPr txBox="1"/>
              <p:nvPr/>
            </p:nvSpPr>
            <p:spPr>
              <a:xfrm>
                <a:off x="304218" y="4218841"/>
                <a:ext cx="383438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900" spc="0" baseline="0">
                    <a:ln/>
                    <a:solidFill>
                      <a:srgbClr val="6C7C86"/>
                    </a:solidFill>
                    <a:latin typeface="Arial"/>
                    <a:cs typeface="Arial"/>
                    <a:sym typeface="Arial"/>
                    <a:rtl val="0"/>
                  </a:rPr>
                  <a:t>T48</a:t>
                </a:r>
              </a:p>
            </p:txBody>
          </p:sp>
        </p:grpSp>
        <p:sp>
          <p:nvSpPr>
            <p:cNvPr id="54" name="任意形状 53">
              <a:extLst>
                <a:ext uri="{FF2B5EF4-FFF2-40B4-BE49-F238E27FC236}">
                  <a16:creationId xmlns:a16="http://schemas.microsoft.com/office/drawing/2014/main" id="{6AF3856E-72E9-6E1C-8339-26F7BDDA7B2B}"/>
                </a:ext>
              </a:extLst>
            </p:cNvPr>
            <p:cNvSpPr/>
            <p:nvPr/>
          </p:nvSpPr>
          <p:spPr>
            <a:xfrm>
              <a:off x="778599" y="4665522"/>
              <a:ext cx="1928703" cy="16917"/>
            </a:xfrm>
            <a:custGeom>
              <a:avLst/>
              <a:gdLst>
                <a:gd name="csX0" fmla="*/ 0 w 1928703"/>
                <a:gd name="csY0" fmla="*/ 0 h 16917"/>
                <a:gd name="csX1" fmla="*/ 1928703 w 1928703"/>
                <a:gd name="csY1" fmla="*/ 0 h 169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928703" h="16917">
                  <a:moveTo>
                    <a:pt x="0" y="0"/>
                  </a:moveTo>
                  <a:lnTo>
                    <a:pt x="1928703" y="0"/>
                  </a:lnTo>
                </a:path>
              </a:pathLst>
            </a:custGeom>
            <a:noFill/>
            <a:ln w="11815" cap="sq">
              <a:solidFill>
                <a:srgbClr val="B8C2C8"/>
              </a:solidFill>
              <a:prstDash val="solid"/>
              <a:miter/>
            </a:ln>
          </p:spPr>
        </p:sp>
        <p:sp>
          <p:nvSpPr>
            <p:cNvPr id="55" name="任意形状 54">
              <a:extLst>
                <a:ext uri="{FF2B5EF4-FFF2-40B4-BE49-F238E27FC236}">
                  <a16:creationId xmlns:a16="http://schemas.microsoft.com/office/drawing/2014/main" id="{3653D5CB-3EE2-EA30-B755-D5E9C4F2C8F7}"/>
                </a:ext>
              </a:extLst>
            </p:cNvPr>
            <p:cNvSpPr/>
            <p:nvPr/>
          </p:nvSpPr>
          <p:spPr>
            <a:xfrm>
              <a:off x="1661182" y="4031209"/>
              <a:ext cx="131730" cy="16917"/>
            </a:xfrm>
            <a:custGeom>
              <a:avLst/>
              <a:gdLst>
                <a:gd name="csX0" fmla="*/ 0 w 131730"/>
                <a:gd name="csY0" fmla="*/ 0 h 16917"/>
                <a:gd name="csX1" fmla="*/ 131731 w 131730"/>
                <a:gd name="csY1" fmla="*/ 0 h 169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31730" h="16917">
                  <a:moveTo>
                    <a:pt x="0" y="0"/>
                  </a:moveTo>
                  <a:lnTo>
                    <a:pt x="131731" y="0"/>
                  </a:lnTo>
                </a:path>
              </a:pathLst>
            </a:custGeom>
            <a:noFill/>
            <a:ln w="19411" cap="flat">
              <a:solidFill>
                <a:srgbClr val="2F6B8A"/>
              </a:solidFill>
              <a:prstDash val="solid"/>
              <a:round/>
            </a:ln>
          </p:spPr>
        </p:sp>
        <p:sp>
          <p:nvSpPr>
            <p:cNvPr id="56" name="任意形状 55">
              <a:extLst>
                <a:ext uri="{FF2B5EF4-FFF2-40B4-BE49-F238E27FC236}">
                  <a16:creationId xmlns:a16="http://schemas.microsoft.com/office/drawing/2014/main" id="{AA0F3985-87F9-3DBC-C10E-00E12B927725}"/>
                </a:ext>
              </a:extLst>
            </p:cNvPr>
            <p:cNvSpPr/>
            <p:nvPr/>
          </p:nvSpPr>
          <p:spPr>
            <a:xfrm>
              <a:off x="1661182" y="4000758"/>
              <a:ext cx="16886" cy="60902"/>
            </a:xfrm>
            <a:custGeom>
              <a:avLst/>
              <a:gdLst>
                <a:gd name="csX0" fmla="*/ 90 w 16886"/>
                <a:gd name="csY0" fmla="*/ 61130 h 60902"/>
                <a:gd name="csX1" fmla="*/ 90 w 16886"/>
                <a:gd name="csY1" fmla="*/ 228 h 609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6886" h="60902">
                  <a:moveTo>
                    <a:pt x="90" y="61130"/>
                  </a:moveTo>
                  <a:lnTo>
                    <a:pt x="90" y="228"/>
                  </a:lnTo>
                </a:path>
              </a:pathLst>
            </a:custGeom>
            <a:solidFill>
              <a:srgbClr val="2F6B8A"/>
            </a:solidFill>
            <a:ln w="15191" cap="flat">
              <a:solidFill>
                <a:srgbClr val="2F6B8A"/>
              </a:solidFill>
              <a:prstDash val="solid"/>
              <a:round/>
            </a:ln>
          </p:spPr>
        </p:sp>
        <p:sp>
          <p:nvSpPr>
            <p:cNvPr id="57" name="任意形状 56">
              <a:extLst>
                <a:ext uri="{FF2B5EF4-FFF2-40B4-BE49-F238E27FC236}">
                  <a16:creationId xmlns:a16="http://schemas.microsoft.com/office/drawing/2014/main" id="{F657FE96-6DF3-613C-3F0A-11626CF53816}"/>
                </a:ext>
              </a:extLst>
            </p:cNvPr>
            <p:cNvSpPr/>
            <p:nvPr/>
          </p:nvSpPr>
          <p:spPr>
            <a:xfrm>
              <a:off x="1792913" y="4000758"/>
              <a:ext cx="16886" cy="60902"/>
            </a:xfrm>
            <a:custGeom>
              <a:avLst/>
              <a:gdLst>
                <a:gd name="csX0" fmla="*/ 97 w 16886"/>
                <a:gd name="csY0" fmla="*/ 61130 h 60902"/>
                <a:gd name="csX1" fmla="*/ 97 w 16886"/>
                <a:gd name="csY1" fmla="*/ 228 h 609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6886" h="60902">
                  <a:moveTo>
                    <a:pt x="97" y="61130"/>
                  </a:moveTo>
                  <a:lnTo>
                    <a:pt x="97" y="228"/>
                  </a:lnTo>
                </a:path>
              </a:pathLst>
            </a:custGeom>
            <a:solidFill>
              <a:srgbClr val="2F6B8A"/>
            </a:solidFill>
            <a:ln w="15191" cap="flat">
              <a:solidFill>
                <a:srgbClr val="2F6B8A"/>
              </a:solidFill>
              <a:prstDash val="solid"/>
              <a:round/>
            </a:ln>
          </p:spPr>
        </p:sp>
        <p:sp>
          <p:nvSpPr>
            <p:cNvPr id="58" name="任意形状 57">
              <a:extLst>
                <a:ext uri="{FF2B5EF4-FFF2-40B4-BE49-F238E27FC236}">
                  <a16:creationId xmlns:a16="http://schemas.microsoft.com/office/drawing/2014/main" id="{BF54416F-D604-0107-B830-24E064ECC205}"/>
                </a:ext>
              </a:extLst>
            </p:cNvPr>
            <p:cNvSpPr/>
            <p:nvPr/>
          </p:nvSpPr>
          <p:spPr>
            <a:xfrm>
              <a:off x="1003355" y="4415637"/>
              <a:ext cx="447821" cy="16917"/>
            </a:xfrm>
            <a:custGeom>
              <a:avLst/>
              <a:gdLst>
                <a:gd name="csX0" fmla="*/ 0 w 447821"/>
                <a:gd name="csY0" fmla="*/ 0 h 16917"/>
                <a:gd name="csX1" fmla="*/ 447822 w 447821"/>
                <a:gd name="csY1" fmla="*/ 0 h 169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47821" h="16917">
                  <a:moveTo>
                    <a:pt x="0" y="0"/>
                  </a:moveTo>
                  <a:lnTo>
                    <a:pt x="447822" y="0"/>
                  </a:lnTo>
                </a:path>
              </a:pathLst>
            </a:custGeom>
            <a:noFill/>
            <a:ln w="19411" cap="flat">
              <a:solidFill>
                <a:srgbClr val="C65D3A"/>
              </a:solidFill>
              <a:prstDash val="solid"/>
              <a:round/>
            </a:ln>
          </p:spPr>
        </p:sp>
        <p:sp>
          <p:nvSpPr>
            <p:cNvPr id="59" name="任意形状 58">
              <a:extLst>
                <a:ext uri="{FF2B5EF4-FFF2-40B4-BE49-F238E27FC236}">
                  <a16:creationId xmlns:a16="http://schemas.microsoft.com/office/drawing/2014/main" id="{49803774-5E83-E9E7-75BD-4301F10A62D7}"/>
                </a:ext>
              </a:extLst>
            </p:cNvPr>
            <p:cNvSpPr/>
            <p:nvPr/>
          </p:nvSpPr>
          <p:spPr>
            <a:xfrm>
              <a:off x="1003355" y="4385186"/>
              <a:ext cx="16886" cy="60902"/>
            </a:xfrm>
            <a:custGeom>
              <a:avLst/>
              <a:gdLst>
                <a:gd name="csX0" fmla="*/ 51 w 16886"/>
                <a:gd name="csY0" fmla="*/ 61153 h 60902"/>
                <a:gd name="csX1" fmla="*/ 51 w 16886"/>
                <a:gd name="csY1" fmla="*/ 250 h 609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6886" h="60902">
                  <a:moveTo>
                    <a:pt x="51" y="61153"/>
                  </a:moveTo>
                  <a:lnTo>
                    <a:pt x="51" y="250"/>
                  </a:lnTo>
                </a:path>
              </a:pathLst>
            </a:custGeom>
            <a:solidFill>
              <a:srgbClr val="C65D3A"/>
            </a:solidFill>
            <a:ln w="15191" cap="flat">
              <a:solidFill>
                <a:srgbClr val="C65D3A"/>
              </a:solidFill>
              <a:prstDash val="solid"/>
              <a:round/>
            </a:ln>
          </p:spPr>
        </p:sp>
        <p:sp>
          <p:nvSpPr>
            <p:cNvPr id="60" name="任意形状 59">
              <a:extLst>
                <a:ext uri="{FF2B5EF4-FFF2-40B4-BE49-F238E27FC236}">
                  <a16:creationId xmlns:a16="http://schemas.microsoft.com/office/drawing/2014/main" id="{A2D1726A-AEB3-2CE5-828F-12CC3EFACD7A}"/>
                </a:ext>
              </a:extLst>
            </p:cNvPr>
            <p:cNvSpPr/>
            <p:nvPr/>
          </p:nvSpPr>
          <p:spPr>
            <a:xfrm>
              <a:off x="1451177" y="4385186"/>
              <a:ext cx="16886" cy="60902"/>
            </a:xfrm>
            <a:custGeom>
              <a:avLst/>
              <a:gdLst>
                <a:gd name="csX0" fmla="*/ 77 w 16886"/>
                <a:gd name="csY0" fmla="*/ 61153 h 60902"/>
                <a:gd name="csX1" fmla="*/ 77 w 16886"/>
                <a:gd name="csY1" fmla="*/ 250 h 609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6886" h="60902">
                  <a:moveTo>
                    <a:pt x="77" y="61153"/>
                  </a:moveTo>
                  <a:lnTo>
                    <a:pt x="77" y="250"/>
                  </a:lnTo>
                </a:path>
              </a:pathLst>
            </a:custGeom>
            <a:solidFill>
              <a:srgbClr val="C65D3A"/>
            </a:solidFill>
            <a:ln w="15191" cap="flat">
              <a:solidFill>
                <a:srgbClr val="C65D3A"/>
              </a:solidFill>
              <a:prstDash val="solid"/>
              <a:round/>
            </a:ln>
          </p:spPr>
        </p:sp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DC3670D7-CF3A-0A06-695E-AA36DCACC8CC}"/>
                </a:ext>
              </a:extLst>
            </p:cNvPr>
            <p:cNvSpPr txBox="1"/>
            <p:nvPr/>
          </p:nvSpPr>
          <p:spPr>
            <a:xfrm>
              <a:off x="687159" y="3464956"/>
              <a:ext cx="137088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900" b="1" spc="0" baseline="0" dirty="0">
                  <a:ln/>
                  <a:solidFill>
                    <a:srgbClr val="24323D"/>
                  </a:solidFill>
                  <a:latin typeface="Arial"/>
                  <a:cs typeface="Arial"/>
                  <a:sym typeface="Arial"/>
                  <a:rtl val="0"/>
                </a:rPr>
                <a:t>SIG003 FAIM3:PLAC8</a:t>
              </a:r>
            </a:p>
          </p:txBody>
        </p:sp>
        <p:sp>
          <p:nvSpPr>
            <p:cNvPr id="62" name="任意形状 61">
              <a:extLst>
                <a:ext uri="{FF2B5EF4-FFF2-40B4-BE49-F238E27FC236}">
                  <a16:creationId xmlns:a16="http://schemas.microsoft.com/office/drawing/2014/main" id="{DD90DB85-B766-62A6-7307-A90FA381B3BF}"/>
                </a:ext>
              </a:extLst>
            </p:cNvPr>
            <p:cNvSpPr/>
            <p:nvPr/>
          </p:nvSpPr>
          <p:spPr>
            <a:xfrm>
              <a:off x="1691586" y="3995683"/>
              <a:ext cx="70921" cy="71052"/>
            </a:xfrm>
            <a:custGeom>
              <a:avLst/>
              <a:gdLst>
                <a:gd name="csX0" fmla="*/ 35554 w 70921"/>
                <a:gd name="csY0" fmla="*/ 71280 h 71052"/>
                <a:gd name="csX1" fmla="*/ 60629 w 70921"/>
                <a:gd name="csY1" fmla="*/ 60875 h 71052"/>
                <a:gd name="csX2" fmla="*/ 71015 w 70921"/>
                <a:gd name="csY2" fmla="*/ 35754 h 71052"/>
                <a:gd name="csX3" fmla="*/ 60629 w 70921"/>
                <a:gd name="csY3" fmla="*/ 10633 h 71052"/>
                <a:gd name="csX4" fmla="*/ 35554 w 70921"/>
                <a:gd name="csY4" fmla="*/ 228 h 71052"/>
                <a:gd name="csX5" fmla="*/ 10480 w 70921"/>
                <a:gd name="csY5" fmla="*/ 10633 h 71052"/>
                <a:gd name="csX6" fmla="*/ 93 w 70921"/>
                <a:gd name="csY6" fmla="*/ 35754 h 71052"/>
                <a:gd name="csX7" fmla="*/ 10480 w 70921"/>
                <a:gd name="csY7" fmla="*/ 60875 h 71052"/>
                <a:gd name="csX8" fmla="*/ 35554 w 70921"/>
                <a:gd name="csY8" fmla="*/ 71280 h 710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0921" h="71052">
                  <a:moveTo>
                    <a:pt x="35554" y="71280"/>
                  </a:moveTo>
                  <a:cubicBezTo>
                    <a:pt x="44959" y="71280"/>
                    <a:pt x="53979" y="67537"/>
                    <a:pt x="60629" y="60875"/>
                  </a:cubicBezTo>
                  <a:cubicBezTo>
                    <a:pt x="67279" y="54213"/>
                    <a:pt x="71015" y="45176"/>
                    <a:pt x="71015" y="35754"/>
                  </a:cubicBezTo>
                  <a:cubicBezTo>
                    <a:pt x="71015" y="26332"/>
                    <a:pt x="67279" y="17295"/>
                    <a:pt x="60629" y="10633"/>
                  </a:cubicBezTo>
                  <a:cubicBezTo>
                    <a:pt x="53979" y="3971"/>
                    <a:pt x="44959" y="228"/>
                    <a:pt x="35554" y="228"/>
                  </a:cubicBezTo>
                  <a:cubicBezTo>
                    <a:pt x="26150" y="228"/>
                    <a:pt x="17130" y="3971"/>
                    <a:pt x="10480" y="10633"/>
                  </a:cubicBezTo>
                  <a:cubicBezTo>
                    <a:pt x="3830" y="17295"/>
                    <a:pt x="93" y="26332"/>
                    <a:pt x="93" y="35754"/>
                  </a:cubicBezTo>
                  <a:cubicBezTo>
                    <a:pt x="93" y="45176"/>
                    <a:pt x="3830" y="54213"/>
                    <a:pt x="10480" y="60875"/>
                  </a:cubicBezTo>
                  <a:cubicBezTo>
                    <a:pt x="17130" y="67537"/>
                    <a:pt x="26150" y="71280"/>
                    <a:pt x="35554" y="71280"/>
                  </a:cubicBezTo>
                  <a:close/>
                </a:path>
              </a:pathLst>
            </a:custGeom>
            <a:solidFill>
              <a:srgbClr val="FFFFFF"/>
            </a:solidFill>
            <a:ln w="15191" cap="flat">
              <a:solidFill>
                <a:srgbClr val="2F6B8A"/>
              </a:solidFill>
              <a:prstDash val="solid"/>
              <a:round/>
            </a:ln>
          </p:spPr>
        </p:sp>
        <p:sp>
          <p:nvSpPr>
            <p:cNvPr id="63" name="任意形状 62">
              <a:extLst>
                <a:ext uri="{FF2B5EF4-FFF2-40B4-BE49-F238E27FC236}">
                  <a16:creationId xmlns:a16="http://schemas.microsoft.com/office/drawing/2014/main" id="{796DC137-406B-F7AA-8BBF-707CB51A7DAA}"/>
                </a:ext>
              </a:extLst>
            </p:cNvPr>
            <p:cNvSpPr/>
            <p:nvPr/>
          </p:nvSpPr>
          <p:spPr>
            <a:xfrm>
              <a:off x="1191805" y="4380111"/>
              <a:ext cx="70921" cy="71052"/>
            </a:xfrm>
            <a:custGeom>
              <a:avLst/>
              <a:gdLst>
                <a:gd name="csX0" fmla="*/ 64 w 70921"/>
                <a:gd name="csY0" fmla="*/ 71303 h 71052"/>
                <a:gd name="csX1" fmla="*/ 70986 w 70921"/>
                <a:gd name="csY1" fmla="*/ 71303 h 71052"/>
                <a:gd name="csX2" fmla="*/ 70986 w 70921"/>
                <a:gd name="csY2" fmla="*/ 250 h 71052"/>
                <a:gd name="csX3" fmla="*/ 64 w 70921"/>
                <a:gd name="csY3" fmla="*/ 250 h 710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0921" h="71052">
                  <a:moveTo>
                    <a:pt x="64" y="71303"/>
                  </a:moveTo>
                  <a:lnTo>
                    <a:pt x="70986" y="71303"/>
                  </a:lnTo>
                  <a:lnTo>
                    <a:pt x="70986" y="250"/>
                  </a:lnTo>
                  <a:lnTo>
                    <a:pt x="64" y="250"/>
                  </a:lnTo>
                  <a:close/>
                </a:path>
              </a:pathLst>
            </a:custGeom>
            <a:solidFill>
              <a:srgbClr val="C65D3A"/>
            </a:solidFill>
            <a:ln w="15191" cap="flat">
              <a:solidFill>
                <a:srgbClr val="C65D3A"/>
              </a:solidFill>
              <a:prstDash val="solid"/>
              <a:miter/>
            </a:ln>
          </p:spPr>
        </p:sp>
      </p:grpSp>
      <p:grpSp>
        <p:nvGrpSpPr>
          <p:cNvPr id="64" name="图形 4">
            <a:extLst>
              <a:ext uri="{FF2B5EF4-FFF2-40B4-BE49-F238E27FC236}">
                <a16:creationId xmlns:a16="http://schemas.microsoft.com/office/drawing/2014/main" id="{EB3FEA49-6D78-94C8-24E4-EAE600712B02}"/>
              </a:ext>
            </a:extLst>
          </p:cNvPr>
          <p:cNvGrpSpPr/>
          <p:nvPr/>
        </p:nvGrpSpPr>
        <p:grpSpPr>
          <a:xfrm>
            <a:off x="301433" y="5032851"/>
            <a:ext cx="2410468" cy="1439472"/>
            <a:chOff x="304218" y="4820048"/>
            <a:chExt cx="2410468" cy="1439472"/>
          </a:xfrm>
        </p:grpSpPr>
        <p:sp>
          <p:nvSpPr>
            <p:cNvPr id="65" name="任意形状 64">
              <a:extLst>
                <a:ext uri="{FF2B5EF4-FFF2-40B4-BE49-F238E27FC236}">
                  <a16:creationId xmlns:a16="http://schemas.microsoft.com/office/drawing/2014/main" id="{877C60D2-845C-22C2-DD17-995597C426B3}"/>
                </a:ext>
              </a:extLst>
            </p:cNvPr>
            <p:cNvSpPr/>
            <p:nvPr/>
          </p:nvSpPr>
          <p:spPr>
            <a:xfrm>
              <a:off x="778599" y="5117214"/>
              <a:ext cx="1928703" cy="903400"/>
            </a:xfrm>
            <a:custGeom>
              <a:avLst/>
              <a:gdLst>
                <a:gd name="csX0" fmla="*/ 0 w 1928703"/>
                <a:gd name="csY0" fmla="*/ 903400 h 903400"/>
                <a:gd name="csX1" fmla="*/ 1928703 w 1928703"/>
                <a:gd name="csY1" fmla="*/ 903400 h 903400"/>
                <a:gd name="csX2" fmla="*/ 1928703 w 1928703"/>
                <a:gd name="csY2" fmla="*/ 0 h 903400"/>
                <a:gd name="csX3" fmla="*/ 0 w 1928703"/>
                <a:gd name="csY3" fmla="*/ 0 h 903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928703" h="903400">
                  <a:moveTo>
                    <a:pt x="0" y="903400"/>
                  </a:moveTo>
                  <a:lnTo>
                    <a:pt x="1928703" y="903400"/>
                  </a:lnTo>
                  <a:lnTo>
                    <a:pt x="192870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6879" cap="flat">
              <a:noFill/>
              <a:prstDash val="solid"/>
              <a:round/>
            </a:ln>
          </p:spPr>
        </p:sp>
        <p:sp>
          <p:nvSpPr>
            <p:cNvPr id="66" name="任意形状 65">
              <a:extLst>
                <a:ext uri="{FF2B5EF4-FFF2-40B4-BE49-F238E27FC236}">
                  <a16:creationId xmlns:a16="http://schemas.microsoft.com/office/drawing/2014/main" id="{E41347D8-E902-FF90-457E-29FE5275A0AC}"/>
                </a:ext>
              </a:extLst>
            </p:cNvPr>
            <p:cNvSpPr/>
            <p:nvPr/>
          </p:nvSpPr>
          <p:spPr>
            <a:xfrm>
              <a:off x="1815277" y="5117214"/>
              <a:ext cx="62001" cy="903400"/>
            </a:xfrm>
            <a:custGeom>
              <a:avLst/>
              <a:gdLst>
                <a:gd name="csX0" fmla="*/ 0 w 62001"/>
                <a:gd name="csY0" fmla="*/ 903400 h 903400"/>
                <a:gd name="csX1" fmla="*/ 62001 w 62001"/>
                <a:gd name="csY1" fmla="*/ 903400 h 903400"/>
                <a:gd name="csX2" fmla="*/ 62001 w 62001"/>
                <a:gd name="csY2" fmla="*/ 0 h 903400"/>
                <a:gd name="csX3" fmla="*/ 0 w 62001"/>
                <a:gd name="csY3" fmla="*/ 0 h 903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62001" h="903400">
                  <a:moveTo>
                    <a:pt x="0" y="903400"/>
                  </a:moveTo>
                  <a:lnTo>
                    <a:pt x="62001" y="903400"/>
                  </a:lnTo>
                  <a:lnTo>
                    <a:pt x="6200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3F6F7"/>
            </a:solidFill>
            <a:ln w="16879" cap="flat">
              <a:noFill/>
              <a:prstDash val="solid"/>
              <a:round/>
            </a:ln>
          </p:spPr>
        </p:sp>
        <p:sp>
          <p:nvSpPr>
            <p:cNvPr id="67" name="任意形状 66">
              <a:extLst>
                <a:ext uri="{FF2B5EF4-FFF2-40B4-BE49-F238E27FC236}">
                  <a16:creationId xmlns:a16="http://schemas.microsoft.com/office/drawing/2014/main" id="{B55E3D79-6EF2-3F4A-E9D3-4F8C9509BB68}"/>
                </a:ext>
              </a:extLst>
            </p:cNvPr>
            <p:cNvSpPr/>
            <p:nvPr/>
          </p:nvSpPr>
          <p:spPr>
            <a:xfrm>
              <a:off x="1846275" y="5117214"/>
              <a:ext cx="16886" cy="903400"/>
            </a:xfrm>
            <a:custGeom>
              <a:avLst/>
              <a:gdLst>
                <a:gd name="csX0" fmla="*/ 0 w 16886"/>
                <a:gd name="csY0" fmla="*/ 903400 h 903400"/>
                <a:gd name="csX1" fmla="*/ 0 w 16886"/>
                <a:gd name="csY1" fmla="*/ 0 h 903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6886" h="903400">
                  <a:moveTo>
                    <a:pt x="0" y="903400"/>
                  </a:moveTo>
                  <a:lnTo>
                    <a:pt x="0" y="0"/>
                  </a:lnTo>
                </a:path>
              </a:pathLst>
            </a:custGeom>
            <a:noFill/>
            <a:ln w="15191" cap="flat">
              <a:solidFill>
                <a:srgbClr val="7B858C"/>
              </a:solidFill>
              <a:custDash>
                <a:ds d="202500" sp="135000"/>
              </a:custDash>
              <a:round/>
            </a:ln>
          </p:spPr>
        </p:sp>
        <p:sp>
          <p:nvSpPr>
            <p:cNvPr id="68" name="任意形状 67">
              <a:extLst>
                <a:ext uri="{FF2B5EF4-FFF2-40B4-BE49-F238E27FC236}">
                  <a16:creationId xmlns:a16="http://schemas.microsoft.com/office/drawing/2014/main" id="{ECAD5496-092A-A4A7-A714-D85B73D06578}"/>
                </a:ext>
              </a:extLst>
            </p:cNvPr>
            <p:cNvSpPr/>
            <p:nvPr/>
          </p:nvSpPr>
          <p:spPr>
            <a:xfrm>
              <a:off x="778599" y="5559314"/>
              <a:ext cx="1928703" cy="16917"/>
            </a:xfrm>
            <a:custGeom>
              <a:avLst/>
              <a:gdLst>
                <a:gd name="csX0" fmla="*/ 0 w 1928703"/>
                <a:gd name="csY0" fmla="*/ 0 h 16917"/>
                <a:gd name="csX1" fmla="*/ 1928703 w 1928703"/>
                <a:gd name="csY1" fmla="*/ 0 h 169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928703" h="16917">
                  <a:moveTo>
                    <a:pt x="0" y="0"/>
                  </a:moveTo>
                  <a:lnTo>
                    <a:pt x="1928703" y="0"/>
                  </a:lnTo>
                </a:path>
              </a:pathLst>
            </a:custGeom>
            <a:noFill/>
            <a:ln w="9283" cap="sq">
              <a:solidFill>
                <a:srgbClr val="E8ECEE"/>
              </a:solidFill>
              <a:prstDash val="solid"/>
              <a:round/>
            </a:ln>
          </p:spPr>
        </p:sp>
        <p:grpSp>
          <p:nvGrpSpPr>
            <p:cNvPr id="69" name="图形 4">
              <a:extLst>
                <a:ext uri="{FF2B5EF4-FFF2-40B4-BE49-F238E27FC236}">
                  <a16:creationId xmlns:a16="http://schemas.microsoft.com/office/drawing/2014/main" id="{C0684286-1B58-C7FA-21F6-C278A36BA42D}"/>
                </a:ext>
              </a:extLst>
            </p:cNvPr>
            <p:cNvGrpSpPr/>
            <p:nvPr/>
          </p:nvGrpSpPr>
          <p:grpSpPr>
            <a:xfrm>
              <a:off x="588495" y="6020614"/>
              <a:ext cx="2126191" cy="238906"/>
              <a:chOff x="588495" y="6020614"/>
              <a:chExt cx="2126191" cy="238906"/>
            </a:xfrm>
            <a:solidFill>
              <a:srgbClr val="000000"/>
            </a:solidFill>
          </p:grpSpPr>
          <p:grpSp>
            <p:nvGrpSpPr>
              <p:cNvPr id="70" name="图形 4">
                <a:extLst>
                  <a:ext uri="{FF2B5EF4-FFF2-40B4-BE49-F238E27FC236}">
                    <a16:creationId xmlns:a16="http://schemas.microsoft.com/office/drawing/2014/main" id="{AB3F9273-B0CA-7EF3-7EFD-CC76F93DC160}"/>
                  </a:ext>
                </a:extLst>
              </p:cNvPr>
              <p:cNvGrpSpPr/>
              <p:nvPr/>
            </p:nvGrpSpPr>
            <p:grpSpPr>
              <a:xfrm>
                <a:off x="588495" y="6020614"/>
                <a:ext cx="412292" cy="238906"/>
                <a:chOff x="588495" y="6020614"/>
                <a:chExt cx="412292" cy="238906"/>
              </a:xfrm>
              <a:solidFill>
                <a:srgbClr val="000000"/>
              </a:solidFill>
            </p:grpSpPr>
            <p:sp>
              <p:nvSpPr>
                <p:cNvPr id="71" name="任意形状 70">
                  <a:extLst>
                    <a:ext uri="{FF2B5EF4-FFF2-40B4-BE49-F238E27FC236}">
                      <a16:creationId xmlns:a16="http://schemas.microsoft.com/office/drawing/2014/main" id="{21215697-443E-A3E2-20A4-76E6D827B789}"/>
                    </a:ext>
                  </a:extLst>
                </p:cNvPr>
                <p:cNvSpPr/>
                <p:nvPr/>
              </p:nvSpPr>
              <p:spPr>
                <a:xfrm>
                  <a:off x="813040" y="6020614"/>
                  <a:ext cx="16886" cy="42293"/>
                </a:xfrm>
                <a:custGeom>
                  <a:avLst/>
                  <a:gdLst>
                    <a:gd name="csX0" fmla="*/ 39 w 16886"/>
                    <a:gd name="csY0" fmla="*/ 345 h 42293"/>
                    <a:gd name="csX1" fmla="*/ 39 w 16886"/>
                    <a:gd name="csY1" fmla="*/ 42639 h 4229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16886" h="42293">
                      <a:moveTo>
                        <a:pt x="39" y="345"/>
                      </a:moveTo>
                      <a:lnTo>
                        <a:pt x="39" y="42639"/>
                      </a:lnTo>
                    </a:path>
                  </a:pathLst>
                </a:custGeom>
                <a:solidFill>
                  <a:srgbClr val="000000"/>
                </a:solidFill>
                <a:ln w="13503" cap="flat">
                  <a:solidFill>
                    <a:srgbClr val="000000"/>
                  </a:solidFill>
                  <a:prstDash val="solid"/>
                  <a:round/>
                </a:ln>
              </p:spPr>
            </p:sp>
            <p:sp>
              <p:nvSpPr>
                <p:cNvPr id="72" name="文本框 71">
                  <a:extLst>
                    <a:ext uri="{FF2B5EF4-FFF2-40B4-BE49-F238E27FC236}">
                      <a16:creationId xmlns:a16="http://schemas.microsoft.com/office/drawing/2014/main" id="{8236AA97-8563-8589-19FB-237AE1508935}"/>
                    </a:ext>
                  </a:extLst>
                </p:cNvPr>
                <p:cNvSpPr txBox="1"/>
                <p:nvPr/>
              </p:nvSpPr>
              <p:spPr>
                <a:xfrm>
                  <a:off x="588495" y="6028688"/>
                  <a:ext cx="412292" cy="2308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zh-CN" altLang="en-US" sz="900" spc="0" baseline="0" dirty="0">
                      <a:ln/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  <a:rtl val="0"/>
                    </a:rPr>
                    <a:t>−1.5</a:t>
                  </a:r>
                </a:p>
              </p:txBody>
            </p:sp>
          </p:grpSp>
          <p:grpSp>
            <p:nvGrpSpPr>
              <p:cNvPr id="73" name="图形 4">
                <a:extLst>
                  <a:ext uri="{FF2B5EF4-FFF2-40B4-BE49-F238E27FC236}">
                    <a16:creationId xmlns:a16="http://schemas.microsoft.com/office/drawing/2014/main" id="{2355FA6C-2B06-8FD4-4732-84D590671494}"/>
                  </a:ext>
                </a:extLst>
              </p:cNvPr>
              <p:cNvGrpSpPr/>
              <p:nvPr/>
            </p:nvGrpSpPr>
            <p:grpSpPr>
              <a:xfrm>
                <a:off x="1277318" y="6020614"/>
                <a:ext cx="412292" cy="238906"/>
                <a:chOff x="1277318" y="6020614"/>
                <a:chExt cx="412292" cy="238906"/>
              </a:xfrm>
              <a:solidFill>
                <a:srgbClr val="000000"/>
              </a:solidFill>
            </p:grpSpPr>
            <p:sp>
              <p:nvSpPr>
                <p:cNvPr id="74" name="任意形状 73">
                  <a:extLst>
                    <a:ext uri="{FF2B5EF4-FFF2-40B4-BE49-F238E27FC236}">
                      <a16:creationId xmlns:a16="http://schemas.microsoft.com/office/drawing/2014/main" id="{A7D09694-0C24-375A-B789-8BA0A9B80636}"/>
                    </a:ext>
                  </a:extLst>
                </p:cNvPr>
                <p:cNvSpPr/>
                <p:nvPr/>
              </p:nvSpPr>
              <p:spPr>
                <a:xfrm>
                  <a:off x="1501863" y="6020614"/>
                  <a:ext cx="16886" cy="42293"/>
                </a:xfrm>
                <a:custGeom>
                  <a:avLst/>
                  <a:gdLst>
                    <a:gd name="csX0" fmla="*/ 80 w 16886"/>
                    <a:gd name="csY0" fmla="*/ 345 h 42293"/>
                    <a:gd name="csX1" fmla="*/ 80 w 16886"/>
                    <a:gd name="csY1" fmla="*/ 42639 h 4229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16886" h="42293">
                      <a:moveTo>
                        <a:pt x="80" y="345"/>
                      </a:moveTo>
                      <a:lnTo>
                        <a:pt x="80" y="42639"/>
                      </a:lnTo>
                    </a:path>
                  </a:pathLst>
                </a:custGeom>
                <a:solidFill>
                  <a:srgbClr val="000000"/>
                </a:solidFill>
                <a:ln w="13503" cap="flat">
                  <a:solidFill>
                    <a:srgbClr val="000000"/>
                  </a:solidFill>
                  <a:prstDash val="solid"/>
                  <a:round/>
                </a:ln>
              </p:spPr>
            </p:sp>
            <p:sp>
              <p:nvSpPr>
                <p:cNvPr id="75" name="文本框 74">
                  <a:extLst>
                    <a:ext uri="{FF2B5EF4-FFF2-40B4-BE49-F238E27FC236}">
                      <a16:creationId xmlns:a16="http://schemas.microsoft.com/office/drawing/2014/main" id="{65B22A68-A846-9277-A1E5-65EDF732CD03}"/>
                    </a:ext>
                  </a:extLst>
                </p:cNvPr>
                <p:cNvSpPr txBox="1"/>
                <p:nvPr/>
              </p:nvSpPr>
              <p:spPr>
                <a:xfrm>
                  <a:off x="1277318" y="6028688"/>
                  <a:ext cx="412292" cy="2308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zh-CN" altLang="en-US" sz="900" spc="0" baseline="0">
                      <a:ln/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  <a:rtl val="0"/>
                    </a:rPr>
                    <a:t>−0.5</a:t>
                  </a:r>
                </a:p>
              </p:txBody>
            </p:sp>
          </p:grpSp>
          <p:grpSp>
            <p:nvGrpSpPr>
              <p:cNvPr id="76" name="图形 4">
                <a:extLst>
                  <a:ext uri="{FF2B5EF4-FFF2-40B4-BE49-F238E27FC236}">
                    <a16:creationId xmlns:a16="http://schemas.microsoft.com/office/drawing/2014/main" id="{6DF20120-6B77-6CE4-6717-0B2CF649A0A1}"/>
                  </a:ext>
                </a:extLst>
              </p:cNvPr>
              <p:cNvGrpSpPr/>
              <p:nvPr/>
            </p:nvGrpSpPr>
            <p:grpSpPr>
              <a:xfrm>
                <a:off x="2025309" y="6020614"/>
                <a:ext cx="344966" cy="238906"/>
                <a:chOff x="2025309" y="6020614"/>
                <a:chExt cx="344966" cy="238906"/>
              </a:xfrm>
              <a:solidFill>
                <a:srgbClr val="000000"/>
              </a:solidFill>
            </p:grpSpPr>
            <p:sp>
              <p:nvSpPr>
                <p:cNvPr id="77" name="任意形状 76">
                  <a:extLst>
                    <a:ext uri="{FF2B5EF4-FFF2-40B4-BE49-F238E27FC236}">
                      <a16:creationId xmlns:a16="http://schemas.microsoft.com/office/drawing/2014/main" id="{F4BD98C6-FB56-8CDF-EE62-CB3DFF794536}"/>
                    </a:ext>
                  </a:extLst>
                </p:cNvPr>
                <p:cNvSpPr/>
                <p:nvPr/>
              </p:nvSpPr>
              <p:spPr>
                <a:xfrm>
                  <a:off x="2190686" y="6020614"/>
                  <a:ext cx="16886" cy="42293"/>
                </a:xfrm>
                <a:custGeom>
                  <a:avLst/>
                  <a:gdLst>
                    <a:gd name="csX0" fmla="*/ 121 w 16886"/>
                    <a:gd name="csY0" fmla="*/ 345 h 42293"/>
                    <a:gd name="csX1" fmla="*/ 121 w 16886"/>
                    <a:gd name="csY1" fmla="*/ 42639 h 4229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16886" h="42293">
                      <a:moveTo>
                        <a:pt x="121" y="345"/>
                      </a:moveTo>
                      <a:lnTo>
                        <a:pt x="121" y="42639"/>
                      </a:lnTo>
                    </a:path>
                  </a:pathLst>
                </a:custGeom>
                <a:solidFill>
                  <a:srgbClr val="000000"/>
                </a:solidFill>
                <a:ln w="13503" cap="flat">
                  <a:solidFill>
                    <a:srgbClr val="000000"/>
                  </a:solidFill>
                  <a:prstDash val="solid"/>
                  <a:round/>
                </a:ln>
              </p:spPr>
            </p:sp>
            <p:sp>
              <p:nvSpPr>
                <p:cNvPr id="78" name="文本框 77">
                  <a:extLst>
                    <a:ext uri="{FF2B5EF4-FFF2-40B4-BE49-F238E27FC236}">
                      <a16:creationId xmlns:a16="http://schemas.microsoft.com/office/drawing/2014/main" id="{0E5E0F66-4CA0-382A-A450-80332D2637B6}"/>
                    </a:ext>
                  </a:extLst>
                </p:cNvPr>
                <p:cNvSpPr txBox="1"/>
                <p:nvPr/>
              </p:nvSpPr>
              <p:spPr>
                <a:xfrm>
                  <a:off x="2025309" y="6028688"/>
                  <a:ext cx="344966" cy="2308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zh-CN" altLang="en-US" sz="900" spc="0" baseline="0" dirty="0">
                      <a:ln/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  <a:rtl val="0"/>
                    </a:rPr>
                    <a:t>0.5</a:t>
                  </a:r>
                </a:p>
              </p:txBody>
            </p:sp>
          </p:grpSp>
          <p:grpSp>
            <p:nvGrpSpPr>
              <p:cNvPr id="79" name="图形 4">
                <a:extLst>
                  <a:ext uri="{FF2B5EF4-FFF2-40B4-BE49-F238E27FC236}">
                    <a16:creationId xmlns:a16="http://schemas.microsoft.com/office/drawing/2014/main" id="{65EE57C9-D9A6-0DF0-1DDA-4C7A3A5D522B}"/>
                  </a:ext>
                </a:extLst>
              </p:cNvPr>
              <p:cNvGrpSpPr/>
              <p:nvPr/>
            </p:nvGrpSpPr>
            <p:grpSpPr>
              <a:xfrm>
                <a:off x="2369720" y="6020614"/>
                <a:ext cx="344966" cy="238906"/>
                <a:chOff x="2369720" y="6020614"/>
                <a:chExt cx="344966" cy="238906"/>
              </a:xfrm>
              <a:solidFill>
                <a:srgbClr val="000000"/>
              </a:solidFill>
            </p:grpSpPr>
            <p:sp>
              <p:nvSpPr>
                <p:cNvPr id="80" name="任意形状 79">
                  <a:extLst>
                    <a:ext uri="{FF2B5EF4-FFF2-40B4-BE49-F238E27FC236}">
                      <a16:creationId xmlns:a16="http://schemas.microsoft.com/office/drawing/2014/main" id="{DB4A0663-406C-7136-ADAD-CEE4DB73C3C2}"/>
                    </a:ext>
                  </a:extLst>
                </p:cNvPr>
                <p:cNvSpPr/>
                <p:nvPr/>
              </p:nvSpPr>
              <p:spPr>
                <a:xfrm>
                  <a:off x="2535097" y="6020614"/>
                  <a:ext cx="16886" cy="42293"/>
                </a:xfrm>
                <a:custGeom>
                  <a:avLst/>
                  <a:gdLst>
                    <a:gd name="csX0" fmla="*/ 141 w 16886"/>
                    <a:gd name="csY0" fmla="*/ 345 h 42293"/>
                    <a:gd name="csX1" fmla="*/ 141 w 16886"/>
                    <a:gd name="csY1" fmla="*/ 42639 h 4229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16886" h="42293">
                      <a:moveTo>
                        <a:pt x="141" y="345"/>
                      </a:moveTo>
                      <a:lnTo>
                        <a:pt x="141" y="42639"/>
                      </a:lnTo>
                    </a:path>
                  </a:pathLst>
                </a:custGeom>
                <a:solidFill>
                  <a:srgbClr val="000000"/>
                </a:solidFill>
                <a:ln w="13503" cap="flat">
                  <a:solidFill>
                    <a:srgbClr val="000000"/>
                  </a:solidFill>
                  <a:prstDash val="solid"/>
                  <a:round/>
                </a:ln>
              </p:spPr>
            </p:sp>
            <p:sp>
              <p:nvSpPr>
                <p:cNvPr id="81" name="文本框 80">
                  <a:extLst>
                    <a:ext uri="{FF2B5EF4-FFF2-40B4-BE49-F238E27FC236}">
                      <a16:creationId xmlns:a16="http://schemas.microsoft.com/office/drawing/2014/main" id="{A9EC8A87-4997-E97B-5DB2-5F02984925FC}"/>
                    </a:ext>
                  </a:extLst>
                </p:cNvPr>
                <p:cNvSpPr txBox="1"/>
                <p:nvPr/>
              </p:nvSpPr>
              <p:spPr>
                <a:xfrm>
                  <a:off x="2369720" y="6028688"/>
                  <a:ext cx="344966" cy="2308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zh-CN" altLang="en-US" sz="900" spc="0" baseline="0" dirty="0">
                      <a:ln/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  <a:rtl val="0"/>
                    </a:rPr>
                    <a:t>1.0</a:t>
                  </a:r>
                </a:p>
              </p:txBody>
            </p:sp>
          </p:grpSp>
        </p:grpSp>
        <p:grpSp>
          <p:nvGrpSpPr>
            <p:cNvPr id="82" name="图形 4">
              <a:extLst>
                <a:ext uri="{FF2B5EF4-FFF2-40B4-BE49-F238E27FC236}">
                  <a16:creationId xmlns:a16="http://schemas.microsoft.com/office/drawing/2014/main" id="{F9DA1D00-6AE5-9D03-8A5D-D1745E83027B}"/>
                </a:ext>
              </a:extLst>
            </p:cNvPr>
            <p:cNvGrpSpPr/>
            <p:nvPr/>
          </p:nvGrpSpPr>
          <p:grpSpPr>
            <a:xfrm>
              <a:off x="304218" y="5189521"/>
              <a:ext cx="383438" cy="615244"/>
              <a:chOff x="304218" y="5189521"/>
              <a:chExt cx="383438" cy="615244"/>
            </a:xfrm>
            <a:solidFill>
              <a:srgbClr val="6C7C86"/>
            </a:solidFill>
          </p:grpSpPr>
          <p:sp>
            <p:nvSpPr>
              <p:cNvPr id="83" name="文本框 82">
                <a:extLst>
                  <a:ext uri="{FF2B5EF4-FFF2-40B4-BE49-F238E27FC236}">
                    <a16:creationId xmlns:a16="http://schemas.microsoft.com/office/drawing/2014/main" id="{5DADC13D-E84E-269B-7063-8C2CD9843E8C}"/>
                  </a:ext>
                </a:extLst>
              </p:cNvPr>
              <p:cNvSpPr txBox="1"/>
              <p:nvPr/>
            </p:nvSpPr>
            <p:spPr>
              <a:xfrm>
                <a:off x="304218" y="5189521"/>
                <a:ext cx="383438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900" spc="0" baseline="0">
                    <a:ln/>
                    <a:solidFill>
                      <a:srgbClr val="6C7C86"/>
                    </a:solidFill>
                    <a:latin typeface="Arial"/>
                    <a:cs typeface="Arial"/>
                    <a:sym typeface="Arial"/>
                    <a:rtl val="0"/>
                  </a:rPr>
                  <a:t>T24</a:t>
                </a:r>
              </a:p>
            </p:txBody>
          </p:sp>
          <p:sp>
            <p:nvSpPr>
              <p:cNvPr id="84" name="文本框 83">
                <a:extLst>
                  <a:ext uri="{FF2B5EF4-FFF2-40B4-BE49-F238E27FC236}">
                    <a16:creationId xmlns:a16="http://schemas.microsoft.com/office/drawing/2014/main" id="{6DF9CCB9-9927-1E43-4EEB-EA109EFA60CD}"/>
                  </a:ext>
                </a:extLst>
              </p:cNvPr>
              <p:cNvSpPr txBox="1"/>
              <p:nvPr/>
            </p:nvSpPr>
            <p:spPr>
              <a:xfrm>
                <a:off x="304218" y="5573933"/>
                <a:ext cx="383438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900" spc="0" baseline="0">
                    <a:ln/>
                    <a:solidFill>
                      <a:srgbClr val="6C7C86"/>
                    </a:solidFill>
                    <a:latin typeface="Arial"/>
                    <a:cs typeface="Arial"/>
                    <a:sym typeface="Arial"/>
                    <a:rtl val="0"/>
                  </a:rPr>
                  <a:t>T48</a:t>
                </a:r>
              </a:p>
            </p:txBody>
          </p:sp>
        </p:grpSp>
        <p:sp>
          <p:nvSpPr>
            <p:cNvPr id="85" name="任意形状 84">
              <a:extLst>
                <a:ext uri="{FF2B5EF4-FFF2-40B4-BE49-F238E27FC236}">
                  <a16:creationId xmlns:a16="http://schemas.microsoft.com/office/drawing/2014/main" id="{A0944E6C-1DFC-9FE4-98C4-B07E0E7ADE08}"/>
                </a:ext>
              </a:extLst>
            </p:cNvPr>
            <p:cNvSpPr/>
            <p:nvPr/>
          </p:nvSpPr>
          <p:spPr>
            <a:xfrm>
              <a:off x="778599" y="6020614"/>
              <a:ext cx="1928703" cy="16917"/>
            </a:xfrm>
            <a:custGeom>
              <a:avLst/>
              <a:gdLst>
                <a:gd name="csX0" fmla="*/ 0 w 1928703"/>
                <a:gd name="csY0" fmla="*/ 0 h 16917"/>
                <a:gd name="csX1" fmla="*/ 1928703 w 1928703"/>
                <a:gd name="csY1" fmla="*/ 0 h 169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928703" h="16917">
                  <a:moveTo>
                    <a:pt x="0" y="0"/>
                  </a:moveTo>
                  <a:lnTo>
                    <a:pt x="1928703" y="0"/>
                  </a:lnTo>
                </a:path>
              </a:pathLst>
            </a:custGeom>
            <a:noFill/>
            <a:ln w="11815" cap="sq">
              <a:solidFill>
                <a:srgbClr val="B8C2C8"/>
              </a:solidFill>
              <a:prstDash val="solid"/>
              <a:miter/>
            </a:ln>
          </p:spPr>
        </p:sp>
        <p:sp>
          <p:nvSpPr>
            <p:cNvPr id="86" name="任意形状 85">
              <a:extLst>
                <a:ext uri="{FF2B5EF4-FFF2-40B4-BE49-F238E27FC236}">
                  <a16:creationId xmlns:a16="http://schemas.microsoft.com/office/drawing/2014/main" id="{68A79BCE-06DF-FBB2-0046-05425C4D98DE}"/>
                </a:ext>
              </a:extLst>
            </p:cNvPr>
            <p:cNvSpPr/>
            <p:nvPr/>
          </p:nvSpPr>
          <p:spPr>
            <a:xfrm>
              <a:off x="1586206" y="5386318"/>
              <a:ext cx="557283" cy="16917"/>
            </a:xfrm>
            <a:custGeom>
              <a:avLst/>
              <a:gdLst>
                <a:gd name="csX0" fmla="*/ 0 w 557283"/>
                <a:gd name="csY0" fmla="*/ 0 h 16917"/>
                <a:gd name="csX1" fmla="*/ 557283 w 557283"/>
                <a:gd name="csY1" fmla="*/ 0 h 169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57283" h="16917">
                  <a:moveTo>
                    <a:pt x="0" y="0"/>
                  </a:moveTo>
                  <a:lnTo>
                    <a:pt x="557283" y="0"/>
                  </a:lnTo>
                </a:path>
              </a:pathLst>
            </a:custGeom>
            <a:noFill/>
            <a:ln w="19411" cap="flat">
              <a:solidFill>
                <a:srgbClr val="2F6B8A"/>
              </a:solidFill>
              <a:prstDash val="solid"/>
              <a:round/>
            </a:ln>
          </p:spPr>
        </p:sp>
        <p:sp>
          <p:nvSpPr>
            <p:cNvPr id="87" name="任意形状 86">
              <a:extLst>
                <a:ext uri="{FF2B5EF4-FFF2-40B4-BE49-F238E27FC236}">
                  <a16:creationId xmlns:a16="http://schemas.microsoft.com/office/drawing/2014/main" id="{0C471D6F-C2BE-082D-8D14-317B3440DB31}"/>
                </a:ext>
              </a:extLst>
            </p:cNvPr>
            <p:cNvSpPr/>
            <p:nvPr/>
          </p:nvSpPr>
          <p:spPr>
            <a:xfrm>
              <a:off x="1586206" y="5355866"/>
              <a:ext cx="16886" cy="60902"/>
            </a:xfrm>
            <a:custGeom>
              <a:avLst/>
              <a:gdLst>
                <a:gd name="csX0" fmla="*/ 85 w 16886"/>
                <a:gd name="csY0" fmla="*/ 61210 h 60902"/>
                <a:gd name="csX1" fmla="*/ 85 w 16886"/>
                <a:gd name="csY1" fmla="*/ 308 h 609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6886" h="60902">
                  <a:moveTo>
                    <a:pt x="85" y="61210"/>
                  </a:moveTo>
                  <a:lnTo>
                    <a:pt x="85" y="308"/>
                  </a:lnTo>
                </a:path>
              </a:pathLst>
            </a:custGeom>
            <a:solidFill>
              <a:srgbClr val="2F6B8A"/>
            </a:solidFill>
            <a:ln w="15191" cap="flat">
              <a:solidFill>
                <a:srgbClr val="2F6B8A"/>
              </a:solidFill>
              <a:prstDash val="solid"/>
              <a:round/>
            </a:ln>
          </p:spPr>
        </p:sp>
        <p:sp>
          <p:nvSpPr>
            <p:cNvPr id="88" name="任意形状 87">
              <a:extLst>
                <a:ext uri="{FF2B5EF4-FFF2-40B4-BE49-F238E27FC236}">
                  <a16:creationId xmlns:a16="http://schemas.microsoft.com/office/drawing/2014/main" id="{5BA83891-FAFA-030C-4B74-F84CEC1FA69F}"/>
                </a:ext>
              </a:extLst>
            </p:cNvPr>
            <p:cNvSpPr/>
            <p:nvPr/>
          </p:nvSpPr>
          <p:spPr>
            <a:xfrm>
              <a:off x="2143489" y="5355866"/>
              <a:ext cx="16886" cy="60902"/>
            </a:xfrm>
            <a:custGeom>
              <a:avLst/>
              <a:gdLst>
                <a:gd name="csX0" fmla="*/ 118 w 16886"/>
                <a:gd name="csY0" fmla="*/ 61210 h 60902"/>
                <a:gd name="csX1" fmla="*/ 118 w 16886"/>
                <a:gd name="csY1" fmla="*/ 308 h 609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6886" h="60902">
                  <a:moveTo>
                    <a:pt x="118" y="61210"/>
                  </a:moveTo>
                  <a:lnTo>
                    <a:pt x="118" y="308"/>
                  </a:lnTo>
                </a:path>
              </a:pathLst>
            </a:custGeom>
            <a:solidFill>
              <a:srgbClr val="2F6B8A"/>
            </a:solidFill>
            <a:ln w="15191" cap="flat">
              <a:solidFill>
                <a:srgbClr val="2F6B8A"/>
              </a:solidFill>
              <a:prstDash val="solid"/>
              <a:round/>
            </a:ln>
          </p:spPr>
        </p:sp>
        <p:sp>
          <p:nvSpPr>
            <p:cNvPr id="89" name="任意形状 88">
              <a:extLst>
                <a:ext uri="{FF2B5EF4-FFF2-40B4-BE49-F238E27FC236}">
                  <a16:creationId xmlns:a16="http://schemas.microsoft.com/office/drawing/2014/main" id="{52EF396C-E27C-3429-925A-9FF40137F3D6}"/>
                </a:ext>
              </a:extLst>
            </p:cNvPr>
            <p:cNvSpPr/>
            <p:nvPr/>
          </p:nvSpPr>
          <p:spPr>
            <a:xfrm>
              <a:off x="2075049" y="5770746"/>
              <a:ext cx="503005" cy="16917"/>
            </a:xfrm>
            <a:custGeom>
              <a:avLst/>
              <a:gdLst>
                <a:gd name="csX0" fmla="*/ 0 w 503005"/>
                <a:gd name="csY0" fmla="*/ 0 h 16917"/>
                <a:gd name="csX1" fmla="*/ 503006 w 503005"/>
                <a:gd name="csY1" fmla="*/ 0 h 169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03005" h="16917">
                  <a:moveTo>
                    <a:pt x="0" y="0"/>
                  </a:moveTo>
                  <a:lnTo>
                    <a:pt x="503006" y="0"/>
                  </a:lnTo>
                </a:path>
              </a:pathLst>
            </a:custGeom>
            <a:noFill/>
            <a:ln w="19411" cap="flat">
              <a:solidFill>
                <a:srgbClr val="C65D3A"/>
              </a:solidFill>
              <a:prstDash val="solid"/>
              <a:round/>
            </a:ln>
          </p:spPr>
        </p:sp>
        <p:sp>
          <p:nvSpPr>
            <p:cNvPr id="90" name="任意形状 89">
              <a:extLst>
                <a:ext uri="{FF2B5EF4-FFF2-40B4-BE49-F238E27FC236}">
                  <a16:creationId xmlns:a16="http://schemas.microsoft.com/office/drawing/2014/main" id="{D9225935-816F-19CF-D23C-4D660AE4C724}"/>
                </a:ext>
              </a:extLst>
            </p:cNvPr>
            <p:cNvSpPr/>
            <p:nvPr/>
          </p:nvSpPr>
          <p:spPr>
            <a:xfrm>
              <a:off x="2075049" y="5740295"/>
              <a:ext cx="16886" cy="60902"/>
            </a:xfrm>
            <a:custGeom>
              <a:avLst/>
              <a:gdLst>
                <a:gd name="csX0" fmla="*/ 114 w 16886"/>
                <a:gd name="csY0" fmla="*/ 61233 h 60902"/>
                <a:gd name="csX1" fmla="*/ 114 w 16886"/>
                <a:gd name="csY1" fmla="*/ 331 h 609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6886" h="60902">
                  <a:moveTo>
                    <a:pt x="114" y="61233"/>
                  </a:moveTo>
                  <a:lnTo>
                    <a:pt x="114" y="331"/>
                  </a:lnTo>
                </a:path>
              </a:pathLst>
            </a:custGeom>
            <a:solidFill>
              <a:srgbClr val="C65D3A"/>
            </a:solidFill>
            <a:ln w="15191" cap="flat">
              <a:solidFill>
                <a:srgbClr val="C65D3A"/>
              </a:solidFill>
              <a:prstDash val="solid"/>
              <a:round/>
            </a:ln>
          </p:spPr>
        </p:sp>
        <p:sp>
          <p:nvSpPr>
            <p:cNvPr id="91" name="任意形状 90">
              <a:extLst>
                <a:ext uri="{FF2B5EF4-FFF2-40B4-BE49-F238E27FC236}">
                  <a16:creationId xmlns:a16="http://schemas.microsoft.com/office/drawing/2014/main" id="{FA6E08D0-2954-A899-A600-F7B781C32838}"/>
                </a:ext>
              </a:extLst>
            </p:cNvPr>
            <p:cNvSpPr/>
            <p:nvPr/>
          </p:nvSpPr>
          <p:spPr>
            <a:xfrm>
              <a:off x="2578055" y="5740295"/>
              <a:ext cx="16886" cy="60902"/>
            </a:xfrm>
            <a:custGeom>
              <a:avLst/>
              <a:gdLst>
                <a:gd name="csX0" fmla="*/ 144 w 16886"/>
                <a:gd name="csY0" fmla="*/ 61233 h 60902"/>
                <a:gd name="csX1" fmla="*/ 144 w 16886"/>
                <a:gd name="csY1" fmla="*/ 331 h 609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6886" h="60902">
                  <a:moveTo>
                    <a:pt x="144" y="61233"/>
                  </a:moveTo>
                  <a:lnTo>
                    <a:pt x="144" y="331"/>
                  </a:lnTo>
                </a:path>
              </a:pathLst>
            </a:custGeom>
            <a:solidFill>
              <a:srgbClr val="C65D3A"/>
            </a:solidFill>
            <a:ln w="15191" cap="flat">
              <a:solidFill>
                <a:srgbClr val="C65D3A"/>
              </a:solidFill>
              <a:prstDash val="solid"/>
              <a:round/>
            </a:ln>
          </p:spPr>
        </p:sp>
        <p:sp>
          <p:nvSpPr>
            <p:cNvPr id="92" name="文本框 91">
              <a:extLst>
                <a:ext uri="{FF2B5EF4-FFF2-40B4-BE49-F238E27FC236}">
                  <a16:creationId xmlns:a16="http://schemas.microsoft.com/office/drawing/2014/main" id="{3FC258F3-6DE7-22B0-8001-9EC00B452510}"/>
                </a:ext>
              </a:extLst>
            </p:cNvPr>
            <p:cNvSpPr txBox="1"/>
            <p:nvPr/>
          </p:nvSpPr>
          <p:spPr>
            <a:xfrm>
              <a:off x="687159" y="4820048"/>
              <a:ext cx="85792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900" b="1" spc="0" baseline="0" dirty="0">
                  <a:ln/>
                  <a:solidFill>
                    <a:srgbClr val="24323D"/>
                  </a:solidFill>
                  <a:latin typeface="Arial"/>
                  <a:cs typeface="Arial"/>
                  <a:sym typeface="Arial"/>
                  <a:rtl val="0"/>
                </a:rPr>
                <a:t>SIG004 sNIP</a:t>
              </a:r>
            </a:p>
          </p:txBody>
        </p:sp>
        <p:sp>
          <p:nvSpPr>
            <p:cNvPr id="93" name="任意形状 92">
              <a:extLst>
                <a:ext uri="{FF2B5EF4-FFF2-40B4-BE49-F238E27FC236}">
                  <a16:creationId xmlns:a16="http://schemas.microsoft.com/office/drawing/2014/main" id="{E4B1F333-ABA2-F07D-6343-A357D842153C}"/>
                </a:ext>
              </a:extLst>
            </p:cNvPr>
            <p:cNvSpPr/>
            <p:nvPr/>
          </p:nvSpPr>
          <p:spPr>
            <a:xfrm>
              <a:off x="1829389" y="5350791"/>
              <a:ext cx="70921" cy="71052"/>
            </a:xfrm>
            <a:custGeom>
              <a:avLst/>
              <a:gdLst>
                <a:gd name="csX0" fmla="*/ 35563 w 70921"/>
                <a:gd name="csY0" fmla="*/ 71360 h 71052"/>
                <a:gd name="csX1" fmla="*/ 60637 w 70921"/>
                <a:gd name="csY1" fmla="*/ 60955 h 71052"/>
                <a:gd name="csX2" fmla="*/ 71024 w 70921"/>
                <a:gd name="csY2" fmla="*/ 35834 h 71052"/>
                <a:gd name="csX3" fmla="*/ 60637 w 70921"/>
                <a:gd name="csY3" fmla="*/ 10713 h 71052"/>
                <a:gd name="csX4" fmla="*/ 35563 w 70921"/>
                <a:gd name="csY4" fmla="*/ 308 h 71052"/>
                <a:gd name="csX5" fmla="*/ 10488 w 70921"/>
                <a:gd name="csY5" fmla="*/ 10713 h 71052"/>
                <a:gd name="csX6" fmla="*/ 102 w 70921"/>
                <a:gd name="csY6" fmla="*/ 35834 h 71052"/>
                <a:gd name="csX7" fmla="*/ 10488 w 70921"/>
                <a:gd name="csY7" fmla="*/ 60955 h 71052"/>
                <a:gd name="csX8" fmla="*/ 35563 w 70921"/>
                <a:gd name="csY8" fmla="*/ 71360 h 710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0921" h="71052">
                  <a:moveTo>
                    <a:pt x="35563" y="71360"/>
                  </a:moveTo>
                  <a:cubicBezTo>
                    <a:pt x="44967" y="71360"/>
                    <a:pt x="53987" y="67617"/>
                    <a:pt x="60637" y="60955"/>
                  </a:cubicBezTo>
                  <a:cubicBezTo>
                    <a:pt x="67287" y="54293"/>
                    <a:pt x="71024" y="45256"/>
                    <a:pt x="71024" y="35834"/>
                  </a:cubicBezTo>
                  <a:cubicBezTo>
                    <a:pt x="71024" y="26412"/>
                    <a:pt x="67287" y="17375"/>
                    <a:pt x="60637" y="10713"/>
                  </a:cubicBezTo>
                  <a:cubicBezTo>
                    <a:pt x="53987" y="4051"/>
                    <a:pt x="44967" y="308"/>
                    <a:pt x="35563" y="308"/>
                  </a:cubicBezTo>
                  <a:cubicBezTo>
                    <a:pt x="26158" y="308"/>
                    <a:pt x="17138" y="4051"/>
                    <a:pt x="10488" y="10713"/>
                  </a:cubicBezTo>
                  <a:cubicBezTo>
                    <a:pt x="3838" y="17375"/>
                    <a:pt x="102" y="26412"/>
                    <a:pt x="102" y="35834"/>
                  </a:cubicBezTo>
                  <a:cubicBezTo>
                    <a:pt x="102" y="45256"/>
                    <a:pt x="3838" y="54293"/>
                    <a:pt x="10488" y="60955"/>
                  </a:cubicBezTo>
                  <a:cubicBezTo>
                    <a:pt x="17138" y="67617"/>
                    <a:pt x="26158" y="71360"/>
                    <a:pt x="35563" y="71360"/>
                  </a:cubicBezTo>
                  <a:close/>
                </a:path>
              </a:pathLst>
            </a:custGeom>
            <a:solidFill>
              <a:srgbClr val="FFFFFF"/>
            </a:solidFill>
            <a:ln w="15191" cap="flat">
              <a:solidFill>
                <a:srgbClr val="2F6B8A"/>
              </a:solidFill>
              <a:prstDash val="solid"/>
              <a:round/>
            </a:ln>
          </p:spPr>
        </p:sp>
        <p:sp>
          <p:nvSpPr>
            <p:cNvPr id="94" name="任意形状 93">
              <a:extLst>
                <a:ext uri="{FF2B5EF4-FFF2-40B4-BE49-F238E27FC236}">
                  <a16:creationId xmlns:a16="http://schemas.microsoft.com/office/drawing/2014/main" id="{044068F0-1A26-629A-F93F-6942338555EE}"/>
                </a:ext>
              </a:extLst>
            </p:cNvPr>
            <p:cNvSpPr/>
            <p:nvPr/>
          </p:nvSpPr>
          <p:spPr>
            <a:xfrm>
              <a:off x="2291091" y="5735220"/>
              <a:ext cx="70921" cy="71052"/>
            </a:xfrm>
            <a:custGeom>
              <a:avLst/>
              <a:gdLst>
                <a:gd name="csX0" fmla="*/ 129 w 70921"/>
                <a:gd name="csY0" fmla="*/ 71383 h 71052"/>
                <a:gd name="csX1" fmla="*/ 71051 w 70921"/>
                <a:gd name="csY1" fmla="*/ 71383 h 71052"/>
                <a:gd name="csX2" fmla="*/ 71051 w 70921"/>
                <a:gd name="csY2" fmla="*/ 331 h 71052"/>
                <a:gd name="csX3" fmla="*/ 129 w 70921"/>
                <a:gd name="csY3" fmla="*/ 331 h 710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0921" h="71052">
                  <a:moveTo>
                    <a:pt x="129" y="71383"/>
                  </a:moveTo>
                  <a:lnTo>
                    <a:pt x="71051" y="71383"/>
                  </a:lnTo>
                  <a:lnTo>
                    <a:pt x="71051" y="331"/>
                  </a:lnTo>
                  <a:lnTo>
                    <a:pt x="129" y="331"/>
                  </a:lnTo>
                  <a:close/>
                </a:path>
              </a:pathLst>
            </a:custGeom>
            <a:solidFill>
              <a:srgbClr val="C65D3A"/>
            </a:solidFill>
            <a:ln w="15191" cap="flat">
              <a:solidFill>
                <a:srgbClr val="C65D3A"/>
              </a:solidFill>
              <a:prstDash val="solid"/>
              <a:miter/>
            </a:ln>
          </p:spPr>
        </p:sp>
      </p:grpSp>
      <p:grpSp>
        <p:nvGrpSpPr>
          <p:cNvPr id="95" name="图形 4">
            <a:extLst>
              <a:ext uri="{FF2B5EF4-FFF2-40B4-BE49-F238E27FC236}">
                <a16:creationId xmlns:a16="http://schemas.microsoft.com/office/drawing/2014/main" id="{AC14333E-9B20-EB2B-6224-C2D3BEFE61E2}"/>
              </a:ext>
            </a:extLst>
          </p:cNvPr>
          <p:cNvGrpSpPr/>
          <p:nvPr/>
        </p:nvGrpSpPr>
        <p:grpSpPr>
          <a:xfrm>
            <a:off x="2663165" y="704175"/>
            <a:ext cx="2403086" cy="1598394"/>
            <a:chOff x="2657238" y="373828"/>
            <a:chExt cx="2403086" cy="1598394"/>
          </a:xfrm>
        </p:grpSpPr>
        <p:sp>
          <p:nvSpPr>
            <p:cNvPr id="96" name="任意形状 95">
              <a:extLst>
                <a:ext uri="{FF2B5EF4-FFF2-40B4-BE49-F238E27FC236}">
                  <a16:creationId xmlns:a16="http://schemas.microsoft.com/office/drawing/2014/main" id="{D31AEF39-5F99-8640-AB00-EF4C790D7064}"/>
                </a:ext>
              </a:extLst>
            </p:cNvPr>
            <p:cNvSpPr/>
            <p:nvPr/>
          </p:nvSpPr>
          <p:spPr>
            <a:xfrm>
              <a:off x="3131618" y="1051912"/>
              <a:ext cx="1928706" cy="903393"/>
            </a:xfrm>
            <a:custGeom>
              <a:avLst/>
              <a:gdLst>
                <a:gd name="csX0" fmla="*/ 0 w 1928706"/>
                <a:gd name="csY0" fmla="*/ 903393 h 903393"/>
                <a:gd name="csX1" fmla="*/ 1928707 w 1928706"/>
                <a:gd name="csY1" fmla="*/ 903393 h 903393"/>
                <a:gd name="csX2" fmla="*/ 1928707 w 1928706"/>
                <a:gd name="csY2" fmla="*/ 0 h 903393"/>
                <a:gd name="csX3" fmla="*/ 0 w 1928706"/>
                <a:gd name="csY3" fmla="*/ 0 h 90339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928706" h="903393">
                  <a:moveTo>
                    <a:pt x="0" y="903393"/>
                  </a:moveTo>
                  <a:lnTo>
                    <a:pt x="1928707" y="903393"/>
                  </a:lnTo>
                  <a:lnTo>
                    <a:pt x="192870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6879" cap="flat">
              <a:noFill/>
              <a:prstDash val="solid"/>
              <a:round/>
            </a:ln>
          </p:spPr>
        </p:sp>
        <p:sp>
          <p:nvSpPr>
            <p:cNvPr id="97" name="任意形状 96">
              <a:extLst>
                <a:ext uri="{FF2B5EF4-FFF2-40B4-BE49-F238E27FC236}">
                  <a16:creationId xmlns:a16="http://schemas.microsoft.com/office/drawing/2014/main" id="{AEF27F0A-964B-CF6D-6AFF-69B447461CDC}"/>
                </a:ext>
              </a:extLst>
            </p:cNvPr>
            <p:cNvSpPr/>
            <p:nvPr/>
          </p:nvSpPr>
          <p:spPr>
            <a:xfrm>
              <a:off x="4168295" y="1051912"/>
              <a:ext cx="61989" cy="903393"/>
            </a:xfrm>
            <a:custGeom>
              <a:avLst/>
              <a:gdLst>
                <a:gd name="csX0" fmla="*/ 0 w 61989"/>
                <a:gd name="csY0" fmla="*/ 903393 h 903393"/>
                <a:gd name="csX1" fmla="*/ 61989 w 61989"/>
                <a:gd name="csY1" fmla="*/ 903393 h 903393"/>
                <a:gd name="csX2" fmla="*/ 61989 w 61989"/>
                <a:gd name="csY2" fmla="*/ 0 h 903393"/>
                <a:gd name="csX3" fmla="*/ 0 w 61989"/>
                <a:gd name="csY3" fmla="*/ 0 h 90339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61989" h="903393">
                  <a:moveTo>
                    <a:pt x="0" y="903393"/>
                  </a:moveTo>
                  <a:lnTo>
                    <a:pt x="61989" y="903393"/>
                  </a:lnTo>
                  <a:lnTo>
                    <a:pt x="6198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3F6F7"/>
            </a:solidFill>
            <a:ln w="16879" cap="flat">
              <a:noFill/>
              <a:prstDash val="solid"/>
              <a:round/>
            </a:ln>
          </p:spPr>
        </p:sp>
        <p:sp>
          <p:nvSpPr>
            <p:cNvPr id="98" name="任意形状 97">
              <a:extLst>
                <a:ext uri="{FF2B5EF4-FFF2-40B4-BE49-F238E27FC236}">
                  <a16:creationId xmlns:a16="http://schemas.microsoft.com/office/drawing/2014/main" id="{B2880EF3-3DD1-CFB1-9313-3AC88D9EE532}"/>
                </a:ext>
              </a:extLst>
            </p:cNvPr>
            <p:cNvSpPr/>
            <p:nvPr/>
          </p:nvSpPr>
          <p:spPr>
            <a:xfrm>
              <a:off x="4199298" y="1051912"/>
              <a:ext cx="16886" cy="903393"/>
            </a:xfrm>
            <a:custGeom>
              <a:avLst/>
              <a:gdLst>
                <a:gd name="csX0" fmla="*/ 0 w 16886"/>
                <a:gd name="csY0" fmla="*/ 903393 h 903393"/>
                <a:gd name="csX1" fmla="*/ 0 w 16886"/>
                <a:gd name="csY1" fmla="*/ 0 h 90339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6886" h="903393">
                  <a:moveTo>
                    <a:pt x="0" y="903393"/>
                  </a:moveTo>
                  <a:lnTo>
                    <a:pt x="0" y="0"/>
                  </a:lnTo>
                </a:path>
              </a:pathLst>
            </a:custGeom>
            <a:noFill/>
            <a:ln w="15191" cap="flat">
              <a:solidFill>
                <a:srgbClr val="7B858C"/>
              </a:solidFill>
              <a:custDash>
                <a:ds d="202500" sp="135000"/>
              </a:custDash>
              <a:round/>
            </a:ln>
          </p:spPr>
        </p:sp>
        <p:sp>
          <p:nvSpPr>
            <p:cNvPr id="99" name="任意形状 98">
              <a:extLst>
                <a:ext uri="{FF2B5EF4-FFF2-40B4-BE49-F238E27FC236}">
                  <a16:creationId xmlns:a16="http://schemas.microsoft.com/office/drawing/2014/main" id="{8B733C63-69C8-1EA5-3A48-BA4D1661D4F8}"/>
                </a:ext>
              </a:extLst>
            </p:cNvPr>
            <p:cNvSpPr/>
            <p:nvPr/>
          </p:nvSpPr>
          <p:spPr>
            <a:xfrm>
              <a:off x="3131618" y="1494003"/>
              <a:ext cx="1928706" cy="16917"/>
            </a:xfrm>
            <a:custGeom>
              <a:avLst/>
              <a:gdLst>
                <a:gd name="csX0" fmla="*/ 0 w 1928706"/>
                <a:gd name="csY0" fmla="*/ 0 h 16917"/>
                <a:gd name="csX1" fmla="*/ 1928707 w 1928706"/>
                <a:gd name="csY1" fmla="*/ 0 h 169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928706" h="16917">
                  <a:moveTo>
                    <a:pt x="0" y="0"/>
                  </a:moveTo>
                  <a:lnTo>
                    <a:pt x="1928707" y="0"/>
                  </a:lnTo>
                </a:path>
              </a:pathLst>
            </a:custGeom>
            <a:noFill/>
            <a:ln w="9283" cap="sq">
              <a:solidFill>
                <a:srgbClr val="E8ECEE"/>
              </a:solidFill>
              <a:prstDash val="solid"/>
              <a:round/>
            </a:ln>
          </p:spPr>
        </p:sp>
        <p:grpSp>
          <p:nvGrpSpPr>
            <p:cNvPr id="100" name="图形 4">
              <a:extLst>
                <a:ext uri="{FF2B5EF4-FFF2-40B4-BE49-F238E27FC236}">
                  <a16:creationId xmlns:a16="http://schemas.microsoft.com/office/drawing/2014/main" id="{687BEF0F-D48E-C2B8-C35E-2B388F197F5E}"/>
                </a:ext>
              </a:extLst>
            </p:cNvPr>
            <p:cNvGrpSpPr/>
            <p:nvPr/>
          </p:nvGrpSpPr>
          <p:grpSpPr>
            <a:xfrm>
              <a:off x="2657238" y="1124207"/>
              <a:ext cx="383438" cy="615259"/>
              <a:chOff x="2657238" y="1124207"/>
              <a:chExt cx="383438" cy="615259"/>
            </a:xfrm>
            <a:solidFill>
              <a:srgbClr val="6C7C86"/>
            </a:solidFill>
          </p:grpSpPr>
          <p:sp>
            <p:nvSpPr>
              <p:cNvPr id="101" name="文本框 100">
                <a:extLst>
                  <a:ext uri="{FF2B5EF4-FFF2-40B4-BE49-F238E27FC236}">
                    <a16:creationId xmlns:a16="http://schemas.microsoft.com/office/drawing/2014/main" id="{49480D3F-7487-A375-05C3-1CB644EE01CF}"/>
                  </a:ext>
                </a:extLst>
              </p:cNvPr>
              <p:cNvSpPr txBox="1"/>
              <p:nvPr/>
            </p:nvSpPr>
            <p:spPr>
              <a:xfrm>
                <a:off x="2657238" y="1124207"/>
                <a:ext cx="383438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900" spc="0" baseline="0">
                    <a:ln/>
                    <a:solidFill>
                      <a:srgbClr val="6C7C86"/>
                    </a:solidFill>
                    <a:latin typeface="Arial"/>
                    <a:cs typeface="Arial"/>
                    <a:sym typeface="Arial"/>
                    <a:rtl val="0"/>
                  </a:rPr>
                  <a:t>T24</a:t>
                </a:r>
              </a:p>
            </p:txBody>
          </p:sp>
          <p:sp>
            <p:nvSpPr>
              <p:cNvPr id="102" name="文本框 101">
                <a:extLst>
                  <a:ext uri="{FF2B5EF4-FFF2-40B4-BE49-F238E27FC236}">
                    <a16:creationId xmlns:a16="http://schemas.microsoft.com/office/drawing/2014/main" id="{5B1FC476-0C39-C4EF-E959-C50DD03B97FC}"/>
                  </a:ext>
                </a:extLst>
              </p:cNvPr>
              <p:cNvSpPr txBox="1"/>
              <p:nvPr/>
            </p:nvSpPr>
            <p:spPr>
              <a:xfrm>
                <a:off x="2657238" y="1508634"/>
                <a:ext cx="383438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900" spc="0" baseline="0">
                    <a:ln/>
                    <a:solidFill>
                      <a:srgbClr val="6C7C86"/>
                    </a:solidFill>
                    <a:latin typeface="Arial"/>
                    <a:cs typeface="Arial"/>
                    <a:sym typeface="Arial"/>
                    <a:rtl val="0"/>
                  </a:rPr>
                  <a:t>T48</a:t>
                </a:r>
              </a:p>
            </p:txBody>
          </p:sp>
        </p:grpSp>
        <p:sp>
          <p:nvSpPr>
            <p:cNvPr id="103" name="任意形状 102">
              <a:extLst>
                <a:ext uri="{FF2B5EF4-FFF2-40B4-BE49-F238E27FC236}">
                  <a16:creationId xmlns:a16="http://schemas.microsoft.com/office/drawing/2014/main" id="{38D4A55E-4D5D-3E15-C216-25D6D8D96E92}"/>
                </a:ext>
              </a:extLst>
            </p:cNvPr>
            <p:cNvSpPr/>
            <p:nvPr/>
          </p:nvSpPr>
          <p:spPr>
            <a:xfrm>
              <a:off x="3131618" y="830578"/>
              <a:ext cx="1928706" cy="16917"/>
            </a:xfrm>
            <a:custGeom>
              <a:avLst/>
              <a:gdLst>
                <a:gd name="csX0" fmla="*/ 0 w 1928706"/>
                <a:gd name="csY0" fmla="*/ 0 h 16917"/>
                <a:gd name="csX1" fmla="*/ 1928707 w 1928706"/>
                <a:gd name="csY1" fmla="*/ 0 h 169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928706" h="16917">
                  <a:moveTo>
                    <a:pt x="0" y="0"/>
                  </a:moveTo>
                  <a:lnTo>
                    <a:pt x="1928707" y="0"/>
                  </a:lnTo>
                </a:path>
              </a:pathLst>
            </a:custGeom>
            <a:noFill/>
            <a:ln w="10971" cap="sq">
              <a:solidFill>
                <a:srgbClr val="C8D5DB"/>
              </a:solidFill>
              <a:prstDash val="solid"/>
              <a:round/>
            </a:ln>
          </p:spPr>
        </p:sp>
        <p:sp>
          <p:nvSpPr>
            <p:cNvPr id="104" name="任意形状 103">
              <a:extLst>
                <a:ext uri="{FF2B5EF4-FFF2-40B4-BE49-F238E27FC236}">
                  <a16:creationId xmlns:a16="http://schemas.microsoft.com/office/drawing/2014/main" id="{AA22253E-D300-28F2-6EB5-1453E5C51A6F}"/>
                </a:ext>
              </a:extLst>
            </p:cNvPr>
            <p:cNvSpPr/>
            <p:nvPr/>
          </p:nvSpPr>
          <p:spPr>
            <a:xfrm>
              <a:off x="3131618" y="1955305"/>
              <a:ext cx="1928706" cy="16917"/>
            </a:xfrm>
            <a:custGeom>
              <a:avLst/>
              <a:gdLst>
                <a:gd name="csX0" fmla="*/ 0 w 1928706"/>
                <a:gd name="csY0" fmla="*/ 0 h 16917"/>
                <a:gd name="csX1" fmla="*/ 1928707 w 1928706"/>
                <a:gd name="csY1" fmla="*/ 0 h 169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928706" h="16917">
                  <a:moveTo>
                    <a:pt x="0" y="0"/>
                  </a:moveTo>
                  <a:lnTo>
                    <a:pt x="1928707" y="0"/>
                  </a:lnTo>
                </a:path>
              </a:pathLst>
            </a:custGeom>
            <a:noFill/>
            <a:ln w="11815" cap="sq">
              <a:solidFill>
                <a:srgbClr val="B8C2C8"/>
              </a:solidFill>
              <a:prstDash val="solid"/>
              <a:miter/>
            </a:ln>
          </p:spPr>
        </p:sp>
        <p:sp>
          <p:nvSpPr>
            <p:cNvPr id="105" name="任意形状 104">
              <a:extLst>
                <a:ext uri="{FF2B5EF4-FFF2-40B4-BE49-F238E27FC236}">
                  <a16:creationId xmlns:a16="http://schemas.microsoft.com/office/drawing/2014/main" id="{2BD8FB4B-D999-9265-10B5-49B121DA92C0}"/>
                </a:ext>
              </a:extLst>
            </p:cNvPr>
            <p:cNvSpPr/>
            <p:nvPr/>
          </p:nvSpPr>
          <p:spPr>
            <a:xfrm>
              <a:off x="3982074" y="1321010"/>
              <a:ext cx="356129" cy="16917"/>
            </a:xfrm>
            <a:custGeom>
              <a:avLst/>
              <a:gdLst>
                <a:gd name="csX0" fmla="*/ 0 w 356129"/>
                <a:gd name="csY0" fmla="*/ 0 h 16917"/>
                <a:gd name="csX1" fmla="*/ 356130 w 356129"/>
                <a:gd name="csY1" fmla="*/ 0 h 169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56129" h="16917">
                  <a:moveTo>
                    <a:pt x="0" y="0"/>
                  </a:moveTo>
                  <a:lnTo>
                    <a:pt x="356130" y="0"/>
                  </a:lnTo>
                </a:path>
              </a:pathLst>
            </a:custGeom>
            <a:noFill/>
            <a:ln w="19411" cap="flat">
              <a:solidFill>
                <a:srgbClr val="2F6B8A"/>
              </a:solidFill>
              <a:prstDash val="solid"/>
              <a:round/>
            </a:ln>
          </p:spPr>
        </p:sp>
        <p:sp>
          <p:nvSpPr>
            <p:cNvPr id="106" name="任意形状 105">
              <a:extLst>
                <a:ext uri="{FF2B5EF4-FFF2-40B4-BE49-F238E27FC236}">
                  <a16:creationId xmlns:a16="http://schemas.microsoft.com/office/drawing/2014/main" id="{67510399-56BF-3D83-8F11-CA302B07A4F4}"/>
                </a:ext>
              </a:extLst>
            </p:cNvPr>
            <p:cNvSpPr/>
            <p:nvPr/>
          </p:nvSpPr>
          <p:spPr>
            <a:xfrm>
              <a:off x="3982074" y="1290559"/>
              <a:ext cx="16886" cy="60902"/>
            </a:xfrm>
            <a:custGeom>
              <a:avLst/>
              <a:gdLst>
                <a:gd name="csX0" fmla="*/ 227 w 16886"/>
                <a:gd name="csY0" fmla="*/ 60970 h 60902"/>
                <a:gd name="csX1" fmla="*/ 227 w 16886"/>
                <a:gd name="csY1" fmla="*/ 68 h 609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6886" h="60902">
                  <a:moveTo>
                    <a:pt x="227" y="60970"/>
                  </a:moveTo>
                  <a:lnTo>
                    <a:pt x="227" y="68"/>
                  </a:lnTo>
                </a:path>
              </a:pathLst>
            </a:custGeom>
            <a:solidFill>
              <a:srgbClr val="2F6B8A"/>
            </a:solidFill>
            <a:ln w="15191" cap="flat">
              <a:solidFill>
                <a:srgbClr val="2F6B8A"/>
              </a:solidFill>
              <a:prstDash val="solid"/>
              <a:round/>
            </a:ln>
          </p:spPr>
        </p:sp>
        <p:sp>
          <p:nvSpPr>
            <p:cNvPr id="107" name="任意形状 106">
              <a:extLst>
                <a:ext uri="{FF2B5EF4-FFF2-40B4-BE49-F238E27FC236}">
                  <a16:creationId xmlns:a16="http://schemas.microsoft.com/office/drawing/2014/main" id="{65A985D5-5B8D-4E62-11C2-4781DB6ECD85}"/>
                </a:ext>
              </a:extLst>
            </p:cNvPr>
            <p:cNvSpPr/>
            <p:nvPr/>
          </p:nvSpPr>
          <p:spPr>
            <a:xfrm>
              <a:off x="4338204" y="1290559"/>
              <a:ext cx="16886" cy="60902"/>
            </a:xfrm>
            <a:custGeom>
              <a:avLst/>
              <a:gdLst>
                <a:gd name="csX0" fmla="*/ 248 w 16886"/>
                <a:gd name="csY0" fmla="*/ 60970 h 60902"/>
                <a:gd name="csX1" fmla="*/ 248 w 16886"/>
                <a:gd name="csY1" fmla="*/ 68 h 609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6886" h="60902">
                  <a:moveTo>
                    <a:pt x="248" y="60970"/>
                  </a:moveTo>
                  <a:lnTo>
                    <a:pt x="248" y="68"/>
                  </a:lnTo>
                </a:path>
              </a:pathLst>
            </a:custGeom>
            <a:solidFill>
              <a:srgbClr val="2F6B8A"/>
            </a:solidFill>
            <a:ln w="15191" cap="flat">
              <a:solidFill>
                <a:srgbClr val="2F6B8A"/>
              </a:solidFill>
              <a:prstDash val="solid"/>
              <a:round/>
            </a:ln>
          </p:spPr>
        </p:sp>
        <p:sp>
          <p:nvSpPr>
            <p:cNvPr id="108" name="任意形状 107">
              <a:extLst>
                <a:ext uri="{FF2B5EF4-FFF2-40B4-BE49-F238E27FC236}">
                  <a16:creationId xmlns:a16="http://schemas.microsoft.com/office/drawing/2014/main" id="{7B79A000-6C4C-A38C-9466-39944ACCF0B8}"/>
                </a:ext>
              </a:extLst>
            </p:cNvPr>
            <p:cNvSpPr/>
            <p:nvPr/>
          </p:nvSpPr>
          <p:spPr>
            <a:xfrm>
              <a:off x="4067924" y="1705437"/>
              <a:ext cx="454272" cy="16917"/>
            </a:xfrm>
            <a:custGeom>
              <a:avLst/>
              <a:gdLst>
                <a:gd name="csX0" fmla="*/ 0 w 454272"/>
                <a:gd name="csY0" fmla="*/ 0 h 16917"/>
                <a:gd name="csX1" fmla="*/ 454272 w 454272"/>
                <a:gd name="csY1" fmla="*/ 0 h 169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54272" h="16917">
                  <a:moveTo>
                    <a:pt x="0" y="0"/>
                  </a:moveTo>
                  <a:lnTo>
                    <a:pt x="454272" y="0"/>
                  </a:lnTo>
                </a:path>
              </a:pathLst>
            </a:custGeom>
            <a:noFill/>
            <a:ln w="19411" cap="flat">
              <a:solidFill>
                <a:srgbClr val="C65D3A"/>
              </a:solidFill>
              <a:prstDash val="solid"/>
              <a:round/>
            </a:ln>
          </p:spPr>
        </p:sp>
        <p:sp>
          <p:nvSpPr>
            <p:cNvPr id="109" name="任意形状 108">
              <a:extLst>
                <a:ext uri="{FF2B5EF4-FFF2-40B4-BE49-F238E27FC236}">
                  <a16:creationId xmlns:a16="http://schemas.microsoft.com/office/drawing/2014/main" id="{52347DDD-8C07-E2C9-3944-8B9CED191975}"/>
                </a:ext>
              </a:extLst>
            </p:cNvPr>
            <p:cNvSpPr/>
            <p:nvPr/>
          </p:nvSpPr>
          <p:spPr>
            <a:xfrm>
              <a:off x="4067923" y="1674986"/>
              <a:ext cx="16886" cy="60902"/>
            </a:xfrm>
            <a:custGeom>
              <a:avLst/>
              <a:gdLst>
                <a:gd name="csX0" fmla="*/ 232 w 16886"/>
                <a:gd name="csY0" fmla="*/ 60993 h 60902"/>
                <a:gd name="csX1" fmla="*/ 232 w 16886"/>
                <a:gd name="csY1" fmla="*/ 90 h 609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6886" h="60902">
                  <a:moveTo>
                    <a:pt x="232" y="60993"/>
                  </a:moveTo>
                  <a:lnTo>
                    <a:pt x="232" y="90"/>
                  </a:lnTo>
                </a:path>
              </a:pathLst>
            </a:custGeom>
            <a:solidFill>
              <a:srgbClr val="C65D3A"/>
            </a:solidFill>
            <a:ln w="15191" cap="flat">
              <a:solidFill>
                <a:srgbClr val="C65D3A"/>
              </a:solidFill>
              <a:prstDash val="solid"/>
              <a:round/>
            </a:ln>
          </p:spPr>
        </p:sp>
        <p:sp>
          <p:nvSpPr>
            <p:cNvPr id="110" name="任意形状 109">
              <a:extLst>
                <a:ext uri="{FF2B5EF4-FFF2-40B4-BE49-F238E27FC236}">
                  <a16:creationId xmlns:a16="http://schemas.microsoft.com/office/drawing/2014/main" id="{6D00664A-E43D-4A07-C786-5F592D825303}"/>
                </a:ext>
              </a:extLst>
            </p:cNvPr>
            <p:cNvSpPr/>
            <p:nvPr/>
          </p:nvSpPr>
          <p:spPr>
            <a:xfrm>
              <a:off x="4522196" y="1674986"/>
              <a:ext cx="16886" cy="60902"/>
            </a:xfrm>
            <a:custGeom>
              <a:avLst/>
              <a:gdLst>
                <a:gd name="csX0" fmla="*/ 259 w 16886"/>
                <a:gd name="csY0" fmla="*/ 60993 h 60902"/>
                <a:gd name="csX1" fmla="*/ 259 w 16886"/>
                <a:gd name="csY1" fmla="*/ 90 h 609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6886" h="60902">
                  <a:moveTo>
                    <a:pt x="259" y="60993"/>
                  </a:moveTo>
                  <a:lnTo>
                    <a:pt x="259" y="90"/>
                  </a:lnTo>
                </a:path>
              </a:pathLst>
            </a:custGeom>
            <a:solidFill>
              <a:srgbClr val="C65D3A"/>
            </a:solidFill>
            <a:ln w="15191" cap="flat">
              <a:solidFill>
                <a:srgbClr val="C65D3A"/>
              </a:solidFill>
              <a:prstDash val="solid"/>
              <a:round/>
            </a:ln>
          </p:spPr>
        </p:sp>
        <p:sp>
          <p:nvSpPr>
            <p:cNvPr id="111" name="文本框 110">
              <a:extLst>
                <a:ext uri="{FF2B5EF4-FFF2-40B4-BE49-F238E27FC236}">
                  <a16:creationId xmlns:a16="http://schemas.microsoft.com/office/drawing/2014/main" id="{E695C32A-B81B-5A76-0B12-D54191332D6B}"/>
                </a:ext>
              </a:extLst>
            </p:cNvPr>
            <p:cNvSpPr txBox="1"/>
            <p:nvPr/>
          </p:nvSpPr>
          <p:spPr>
            <a:xfrm>
              <a:off x="2996156" y="373828"/>
              <a:ext cx="155683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900" b="1" spc="0" baseline="0" dirty="0">
                  <a:ln/>
                  <a:solidFill>
                    <a:srgbClr val="2F6B8A"/>
                  </a:solidFill>
                  <a:latin typeface="Arial"/>
                  <a:cs typeface="Arial"/>
                  <a:sym typeface="Arial"/>
                  <a:rtl val="0"/>
                </a:rPr>
                <a:t>OTHER INTENDED USES</a:t>
              </a:r>
            </a:p>
          </p:txBody>
        </p:sp>
        <p:sp>
          <p:nvSpPr>
            <p:cNvPr id="112" name="文本框 111">
              <a:extLst>
                <a:ext uri="{FF2B5EF4-FFF2-40B4-BE49-F238E27FC236}">
                  <a16:creationId xmlns:a16="http://schemas.microsoft.com/office/drawing/2014/main" id="{1E0BF6B8-959E-2994-3726-FBAD9ABDCD02}"/>
                </a:ext>
              </a:extLst>
            </p:cNvPr>
            <p:cNvSpPr txBox="1"/>
            <p:nvPr/>
          </p:nvSpPr>
          <p:spPr>
            <a:xfrm>
              <a:off x="2996156" y="596210"/>
              <a:ext cx="1992853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900" b="1" spc="0" baseline="0">
                  <a:ln/>
                  <a:solidFill>
                    <a:srgbClr val="24323D"/>
                  </a:solidFill>
                  <a:latin typeface="Arial"/>
                  <a:cs typeface="Arial"/>
                  <a:sym typeface="Arial"/>
                  <a:rtl val="0"/>
                </a:rPr>
                <a:t>SIG022 Bacterial/Viral MetaScore</a:t>
              </a:r>
            </a:p>
          </p:txBody>
        </p:sp>
        <p:sp>
          <p:nvSpPr>
            <p:cNvPr id="113" name="任意形状 112">
              <a:extLst>
                <a:ext uri="{FF2B5EF4-FFF2-40B4-BE49-F238E27FC236}">
                  <a16:creationId xmlns:a16="http://schemas.microsoft.com/office/drawing/2014/main" id="{B15F8566-75ED-9A0E-5820-0F31C6DBE8F6}"/>
                </a:ext>
              </a:extLst>
            </p:cNvPr>
            <p:cNvSpPr/>
            <p:nvPr/>
          </p:nvSpPr>
          <p:spPr>
            <a:xfrm>
              <a:off x="4124678" y="1285484"/>
              <a:ext cx="70921" cy="71052"/>
            </a:xfrm>
            <a:custGeom>
              <a:avLst/>
              <a:gdLst>
                <a:gd name="csX0" fmla="*/ 35699 w 70921"/>
                <a:gd name="csY0" fmla="*/ 71120 h 71052"/>
                <a:gd name="csX1" fmla="*/ 60773 w 70921"/>
                <a:gd name="csY1" fmla="*/ 60715 h 71052"/>
                <a:gd name="csX2" fmla="*/ 71160 w 70921"/>
                <a:gd name="csY2" fmla="*/ 35594 h 71052"/>
                <a:gd name="csX3" fmla="*/ 60773 w 70921"/>
                <a:gd name="csY3" fmla="*/ 10473 h 71052"/>
                <a:gd name="csX4" fmla="*/ 35699 w 70921"/>
                <a:gd name="csY4" fmla="*/ 68 h 71052"/>
                <a:gd name="csX5" fmla="*/ 10624 w 70921"/>
                <a:gd name="csY5" fmla="*/ 10473 h 71052"/>
                <a:gd name="csX6" fmla="*/ 238 w 70921"/>
                <a:gd name="csY6" fmla="*/ 35594 h 71052"/>
                <a:gd name="csX7" fmla="*/ 10624 w 70921"/>
                <a:gd name="csY7" fmla="*/ 60715 h 71052"/>
                <a:gd name="csX8" fmla="*/ 35699 w 70921"/>
                <a:gd name="csY8" fmla="*/ 71120 h 710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0921" h="71052">
                  <a:moveTo>
                    <a:pt x="35699" y="71120"/>
                  </a:moveTo>
                  <a:cubicBezTo>
                    <a:pt x="45103" y="71120"/>
                    <a:pt x="54123" y="67377"/>
                    <a:pt x="60773" y="60715"/>
                  </a:cubicBezTo>
                  <a:cubicBezTo>
                    <a:pt x="67423" y="54053"/>
                    <a:pt x="71160" y="45016"/>
                    <a:pt x="71160" y="35594"/>
                  </a:cubicBezTo>
                  <a:cubicBezTo>
                    <a:pt x="71160" y="26172"/>
                    <a:pt x="67423" y="17135"/>
                    <a:pt x="60773" y="10473"/>
                  </a:cubicBezTo>
                  <a:cubicBezTo>
                    <a:pt x="54123" y="3811"/>
                    <a:pt x="45103" y="68"/>
                    <a:pt x="35699" y="68"/>
                  </a:cubicBezTo>
                  <a:cubicBezTo>
                    <a:pt x="26294" y="68"/>
                    <a:pt x="17274" y="3811"/>
                    <a:pt x="10624" y="10473"/>
                  </a:cubicBezTo>
                  <a:cubicBezTo>
                    <a:pt x="3974" y="17135"/>
                    <a:pt x="238" y="26172"/>
                    <a:pt x="238" y="35594"/>
                  </a:cubicBezTo>
                  <a:cubicBezTo>
                    <a:pt x="238" y="45016"/>
                    <a:pt x="3974" y="54053"/>
                    <a:pt x="10624" y="60715"/>
                  </a:cubicBezTo>
                  <a:cubicBezTo>
                    <a:pt x="17274" y="67377"/>
                    <a:pt x="26294" y="71120"/>
                    <a:pt x="35699" y="71120"/>
                  </a:cubicBezTo>
                  <a:close/>
                </a:path>
              </a:pathLst>
            </a:custGeom>
            <a:solidFill>
              <a:srgbClr val="FFFFFF"/>
            </a:solidFill>
            <a:ln w="15191" cap="flat">
              <a:solidFill>
                <a:srgbClr val="2F6B8A"/>
              </a:solidFill>
              <a:prstDash val="solid"/>
              <a:round/>
            </a:ln>
          </p:spPr>
        </p:sp>
        <p:sp>
          <p:nvSpPr>
            <p:cNvPr id="114" name="任意形状 113">
              <a:extLst>
                <a:ext uri="{FF2B5EF4-FFF2-40B4-BE49-F238E27FC236}">
                  <a16:creationId xmlns:a16="http://schemas.microsoft.com/office/drawing/2014/main" id="{025A8701-92B3-0010-7333-F61010AF6576}"/>
                </a:ext>
              </a:extLst>
            </p:cNvPr>
            <p:cNvSpPr/>
            <p:nvPr/>
          </p:nvSpPr>
          <p:spPr>
            <a:xfrm>
              <a:off x="4259599" y="1669911"/>
              <a:ext cx="70921" cy="71052"/>
            </a:xfrm>
            <a:custGeom>
              <a:avLst/>
              <a:gdLst>
                <a:gd name="csX0" fmla="*/ 246 w 70921"/>
                <a:gd name="csY0" fmla="*/ 71143 h 71052"/>
                <a:gd name="csX1" fmla="*/ 71168 w 70921"/>
                <a:gd name="csY1" fmla="*/ 71143 h 71052"/>
                <a:gd name="csX2" fmla="*/ 71168 w 70921"/>
                <a:gd name="csY2" fmla="*/ 90 h 71052"/>
                <a:gd name="csX3" fmla="*/ 246 w 70921"/>
                <a:gd name="csY3" fmla="*/ 90 h 710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0921" h="71052">
                  <a:moveTo>
                    <a:pt x="246" y="71143"/>
                  </a:moveTo>
                  <a:lnTo>
                    <a:pt x="71168" y="71143"/>
                  </a:lnTo>
                  <a:lnTo>
                    <a:pt x="71168" y="90"/>
                  </a:lnTo>
                  <a:lnTo>
                    <a:pt x="246" y="90"/>
                  </a:lnTo>
                  <a:close/>
                </a:path>
              </a:pathLst>
            </a:custGeom>
            <a:solidFill>
              <a:srgbClr val="C65D3A"/>
            </a:solidFill>
            <a:ln w="15191" cap="flat">
              <a:solidFill>
                <a:srgbClr val="C65D3A"/>
              </a:solidFill>
              <a:prstDash val="solid"/>
              <a:miter/>
            </a:ln>
          </p:spPr>
        </p:sp>
      </p:grpSp>
      <p:grpSp>
        <p:nvGrpSpPr>
          <p:cNvPr id="115" name="图形 4">
            <a:extLst>
              <a:ext uri="{FF2B5EF4-FFF2-40B4-BE49-F238E27FC236}">
                <a16:creationId xmlns:a16="http://schemas.microsoft.com/office/drawing/2014/main" id="{A29535EC-871B-7405-79CF-F29EA628CFF1}"/>
              </a:ext>
            </a:extLst>
          </p:cNvPr>
          <p:cNvGrpSpPr/>
          <p:nvPr/>
        </p:nvGrpSpPr>
        <p:grpSpPr>
          <a:xfrm>
            <a:off x="2663165" y="2360602"/>
            <a:ext cx="2510445" cy="1217484"/>
            <a:chOff x="2657238" y="2109847"/>
            <a:chExt cx="2510445" cy="1217484"/>
          </a:xfrm>
        </p:grpSpPr>
        <p:sp>
          <p:nvSpPr>
            <p:cNvPr id="116" name="任意形状 115">
              <a:extLst>
                <a:ext uri="{FF2B5EF4-FFF2-40B4-BE49-F238E27FC236}">
                  <a16:creationId xmlns:a16="http://schemas.microsoft.com/office/drawing/2014/main" id="{40ADCD00-3A45-1EE9-3F8D-CBA1D7E5E999}"/>
                </a:ext>
              </a:extLst>
            </p:cNvPr>
            <p:cNvSpPr/>
            <p:nvPr/>
          </p:nvSpPr>
          <p:spPr>
            <a:xfrm>
              <a:off x="3131618" y="2407014"/>
              <a:ext cx="1928706" cy="903400"/>
            </a:xfrm>
            <a:custGeom>
              <a:avLst/>
              <a:gdLst>
                <a:gd name="csX0" fmla="*/ 0 w 1928706"/>
                <a:gd name="csY0" fmla="*/ 903400 h 903400"/>
                <a:gd name="csX1" fmla="*/ 1928707 w 1928706"/>
                <a:gd name="csY1" fmla="*/ 903400 h 903400"/>
                <a:gd name="csX2" fmla="*/ 1928707 w 1928706"/>
                <a:gd name="csY2" fmla="*/ 0 h 903400"/>
                <a:gd name="csX3" fmla="*/ 0 w 1928706"/>
                <a:gd name="csY3" fmla="*/ 0 h 903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928706" h="903400">
                  <a:moveTo>
                    <a:pt x="0" y="903400"/>
                  </a:moveTo>
                  <a:lnTo>
                    <a:pt x="1928707" y="903400"/>
                  </a:lnTo>
                  <a:lnTo>
                    <a:pt x="192870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6879" cap="flat">
              <a:noFill/>
              <a:prstDash val="solid"/>
              <a:round/>
            </a:ln>
          </p:spPr>
        </p:sp>
        <p:sp>
          <p:nvSpPr>
            <p:cNvPr id="117" name="任意形状 116">
              <a:extLst>
                <a:ext uri="{FF2B5EF4-FFF2-40B4-BE49-F238E27FC236}">
                  <a16:creationId xmlns:a16="http://schemas.microsoft.com/office/drawing/2014/main" id="{83B2881E-1B12-EEB4-9983-68244E2A3D98}"/>
                </a:ext>
              </a:extLst>
            </p:cNvPr>
            <p:cNvSpPr/>
            <p:nvPr/>
          </p:nvSpPr>
          <p:spPr>
            <a:xfrm>
              <a:off x="4168295" y="2407014"/>
              <a:ext cx="61989" cy="903400"/>
            </a:xfrm>
            <a:custGeom>
              <a:avLst/>
              <a:gdLst>
                <a:gd name="csX0" fmla="*/ 0 w 61989"/>
                <a:gd name="csY0" fmla="*/ 903400 h 903400"/>
                <a:gd name="csX1" fmla="*/ 61989 w 61989"/>
                <a:gd name="csY1" fmla="*/ 903400 h 903400"/>
                <a:gd name="csX2" fmla="*/ 61989 w 61989"/>
                <a:gd name="csY2" fmla="*/ 0 h 903400"/>
                <a:gd name="csX3" fmla="*/ 0 w 61989"/>
                <a:gd name="csY3" fmla="*/ 0 h 903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61989" h="903400">
                  <a:moveTo>
                    <a:pt x="0" y="903400"/>
                  </a:moveTo>
                  <a:lnTo>
                    <a:pt x="61989" y="903400"/>
                  </a:lnTo>
                  <a:lnTo>
                    <a:pt x="6198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3F6F7"/>
            </a:solidFill>
            <a:ln w="16879" cap="flat">
              <a:noFill/>
              <a:prstDash val="solid"/>
              <a:round/>
            </a:ln>
          </p:spPr>
        </p:sp>
        <p:sp>
          <p:nvSpPr>
            <p:cNvPr id="118" name="任意形状 117">
              <a:extLst>
                <a:ext uri="{FF2B5EF4-FFF2-40B4-BE49-F238E27FC236}">
                  <a16:creationId xmlns:a16="http://schemas.microsoft.com/office/drawing/2014/main" id="{4630FD72-8FB9-7585-0FF0-601284464B74}"/>
                </a:ext>
              </a:extLst>
            </p:cNvPr>
            <p:cNvSpPr/>
            <p:nvPr/>
          </p:nvSpPr>
          <p:spPr>
            <a:xfrm>
              <a:off x="4199298" y="2407014"/>
              <a:ext cx="16886" cy="903400"/>
            </a:xfrm>
            <a:custGeom>
              <a:avLst/>
              <a:gdLst>
                <a:gd name="csX0" fmla="*/ 0 w 16886"/>
                <a:gd name="csY0" fmla="*/ 903400 h 903400"/>
                <a:gd name="csX1" fmla="*/ 0 w 16886"/>
                <a:gd name="csY1" fmla="*/ 0 h 903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6886" h="903400">
                  <a:moveTo>
                    <a:pt x="0" y="903400"/>
                  </a:moveTo>
                  <a:lnTo>
                    <a:pt x="0" y="0"/>
                  </a:lnTo>
                </a:path>
              </a:pathLst>
            </a:custGeom>
            <a:noFill/>
            <a:ln w="15191" cap="flat">
              <a:solidFill>
                <a:srgbClr val="7B858C"/>
              </a:solidFill>
              <a:custDash>
                <a:ds d="202500" sp="135000"/>
              </a:custDash>
              <a:round/>
            </a:ln>
          </p:spPr>
        </p:sp>
        <p:sp>
          <p:nvSpPr>
            <p:cNvPr id="119" name="任意形状 118">
              <a:extLst>
                <a:ext uri="{FF2B5EF4-FFF2-40B4-BE49-F238E27FC236}">
                  <a16:creationId xmlns:a16="http://schemas.microsoft.com/office/drawing/2014/main" id="{6D0C621A-EAB7-CA02-56B2-C04A913D6BB1}"/>
                </a:ext>
              </a:extLst>
            </p:cNvPr>
            <p:cNvSpPr/>
            <p:nvPr/>
          </p:nvSpPr>
          <p:spPr>
            <a:xfrm>
              <a:off x="3131618" y="2849097"/>
              <a:ext cx="1928706" cy="16917"/>
            </a:xfrm>
            <a:custGeom>
              <a:avLst/>
              <a:gdLst>
                <a:gd name="csX0" fmla="*/ 0 w 1928706"/>
                <a:gd name="csY0" fmla="*/ 0 h 16917"/>
                <a:gd name="csX1" fmla="*/ 1928707 w 1928706"/>
                <a:gd name="csY1" fmla="*/ 0 h 169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928706" h="16917">
                  <a:moveTo>
                    <a:pt x="0" y="0"/>
                  </a:moveTo>
                  <a:lnTo>
                    <a:pt x="1928707" y="0"/>
                  </a:lnTo>
                </a:path>
              </a:pathLst>
            </a:custGeom>
            <a:noFill/>
            <a:ln w="9283" cap="sq">
              <a:solidFill>
                <a:srgbClr val="E8ECEE"/>
              </a:solidFill>
              <a:prstDash val="solid"/>
              <a:round/>
            </a:ln>
          </p:spPr>
        </p:sp>
        <p:grpSp>
          <p:nvGrpSpPr>
            <p:cNvPr id="120" name="图形 4">
              <a:extLst>
                <a:ext uri="{FF2B5EF4-FFF2-40B4-BE49-F238E27FC236}">
                  <a16:creationId xmlns:a16="http://schemas.microsoft.com/office/drawing/2014/main" id="{17DE6F4A-6F29-CD67-B182-47A708579AE5}"/>
                </a:ext>
              </a:extLst>
            </p:cNvPr>
            <p:cNvGrpSpPr/>
            <p:nvPr/>
          </p:nvGrpSpPr>
          <p:grpSpPr>
            <a:xfrm>
              <a:off x="2657238" y="2479304"/>
              <a:ext cx="383438" cy="615261"/>
              <a:chOff x="2657238" y="2479304"/>
              <a:chExt cx="383438" cy="615261"/>
            </a:xfrm>
            <a:solidFill>
              <a:srgbClr val="6C7C86"/>
            </a:solidFill>
          </p:grpSpPr>
          <p:sp>
            <p:nvSpPr>
              <p:cNvPr id="121" name="文本框 120">
                <a:extLst>
                  <a:ext uri="{FF2B5EF4-FFF2-40B4-BE49-F238E27FC236}">
                    <a16:creationId xmlns:a16="http://schemas.microsoft.com/office/drawing/2014/main" id="{C379AF62-34FD-BBCD-CE2E-EF7FBE52A23B}"/>
                  </a:ext>
                </a:extLst>
              </p:cNvPr>
              <p:cNvSpPr txBox="1"/>
              <p:nvPr/>
            </p:nvSpPr>
            <p:spPr>
              <a:xfrm>
                <a:off x="2657238" y="2479304"/>
                <a:ext cx="383438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900" spc="0" baseline="0">
                    <a:ln/>
                    <a:solidFill>
                      <a:srgbClr val="6C7C86"/>
                    </a:solidFill>
                    <a:latin typeface="Arial"/>
                    <a:cs typeface="Arial"/>
                    <a:sym typeface="Arial"/>
                    <a:rtl val="0"/>
                  </a:rPr>
                  <a:t>T24</a:t>
                </a:r>
              </a:p>
            </p:txBody>
          </p:sp>
          <p:sp>
            <p:nvSpPr>
              <p:cNvPr id="122" name="文本框 121">
                <a:extLst>
                  <a:ext uri="{FF2B5EF4-FFF2-40B4-BE49-F238E27FC236}">
                    <a16:creationId xmlns:a16="http://schemas.microsoft.com/office/drawing/2014/main" id="{394B835E-CB7A-6B3F-C3BA-1467D58F96FD}"/>
                  </a:ext>
                </a:extLst>
              </p:cNvPr>
              <p:cNvSpPr txBox="1"/>
              <p:nvPr/>
            </p:nvSpPr>
            <p:spPr>
              <a:xfrm>
                <a:off x="2657238" y="2863733"/>
                <a:ext cx="383438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900" spc="0" baseline="0">
                    <a:ln/>
                    <a:solidFill>
                      <a:srgbClr val="6C7C86"/>
                    </a:solidFill>
                    <a:latin typeface="Arial"/>
                    <a:cs typeface="Arial"/>
                    <a:sym typeface="Arial"/>
                    <a:rtl val="0"/>
                  </a:rPr>
                  <a:t>T48</a:t>
                </a:r>
              </a:p>
            </p:txBody>
          </p:sp>
        </p:grpSp>
        <p:sp>
          <p:nvSpPr>
            <p:cNvPr id="123" name="任意形状 122">
              <a:extLst>
                <a:ext uri="{FF2B5EF4-FFF2-40B4-BE49-F238E27FC236}">
                  <a16:creationId xmlns:a16="http://schemas.microsoft.com/office/drawing/2014/main" id="{56B9E181-371B-AA28-AB14-FAD1CC07027D}"/>
                </a:ext>
              </a:extLst>
            </p:cNvPr>
            <p:cNvSpPr/>
            <p:nvPr/>
          </p:nvSpPr>
          <p:spPr>
            <a:xfrm>
              <a:off x="3131618" y="3310414"/>
              <a:ext cx="1928706" cy="16917"/>
            </a:xfrm>
            <a:custGeom>
              <a:avLst/>
              <a:gdLst>
                <a:gd name="csX0" fmla="*/ 0 w 1928706"/>
                <a:gd name="csY0" fmla="*/ 0 h 16917"/>
                <a:gd name="csX1" fmla="*/ 1928707 w 1928706"/>
                <a:gd name="csY1" fmla="*/ 0 h 169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928706" h="16917">
                  <a:moveTo>
                    <a:pt x="0" y="0"/>
                  </a:moveTo>
                  <a:lnTo>
                    <a:pt x="1928707" y="0"/>
                  </a:lnTo>
                </a:path>
              </a:pathLst>
            </a:custGeom>
            <a:noFill/>
            <a:ln w="11815" cap="sq">
              <a:solidFill>
                <a:srgbClr val="B8C2C8"/>
              </a:solidFill>
              <a:prstDash val="solid"/>
              <a:miter/>
            </a:ln>
          </p:spPr>
        </p:sp>
        <p:sp>
          <p:nvSpPr>
            <p:cNvPr id="124" name="任意形状 123">
              <a:extLst>
                <a:ext uri="{FF2B5EF4-FFF2-40B4-BE49-F238E27FC236}">
                  <a16:creationId xmlns:a16="http://schemas.microsoft.com/office/drawing/2014/main" id="{2D89C1C4-47C4-34FF-4D74-4B1EF23539E7}"/>
                </a:ext>
              </a:extLst>
            </p:cNvPr>
            <p:cNvSpPr/>
            <p:nvPr/>
          </p:nvSpPr>
          <p:spPr>
            <a:xfrm>
              <a:off x="3838727" y="2676117"/>
              <a:ext cx="785612" cy="16917"/>
            </a:xfrm>
            <a:custGeom>
              <a:avLst/>
              <a:gdLst>
                <a:gd name="csX0" fmla="*/ 0 w 785612"/>
                <a:gd name="csY0" fmla="*/ 0 h 16917"/>
                <a:gd name="csX1" fmla="*/ 785613 w 785612"/>
                <a:gd name="csY1" fmla="*/ 0 h 169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85612" h="16917">
                  <a:moveTo>
                    <a:pt x="0" y="0"/>
                  </a:moveTo>
                  <a:lnTo>
                    <a:pt x="785613" y="0"/>
                  </a:lnTo>
                </a:path>
              </a:pathLst>
            </a:custGeom>
            <a:noFill/>
            <a:ln w="19411" cap="flat">
              <a:solidFill>
                <a:srgbClr val="2F6B8A"/>
              </a:solidFill>
              <a:prstDash val="solid"/>
              <a:round/>
            </a:ln>
          </p:spPr>
        </p:sp>
        <p:sp>
          <p:nvSpPr>
            <p:cNvPr id="125" name="任意形状 124">
              <a:extLst>
                <a:ext uri="{FF2B5EF4-FFF2-40B4-BE49-F238E27FC236}">
                  <a16:creationId xmlns:a16="http://schemas.microsoft.com/office/drawing/2014/main" id="{1C414AE9-E213-A097-19A3-D53A3F1D86C6}"/>
                </a:ext>
              </a:extLst>
            </p:cNvPr>
            <p:cNvSpPr/>
            <p:nvPr/>
          </p:nvSpPr>
          <p:spPr>
            <a:xfrm>
              <a:off x="3838727" y="2645666"/>
              <a:ext cx="16886" cy="60902"/>
            </a:xfrm>
            <a:custGeom>
              <a:avLst/>
              <a:gdLst>
                <a:gd name="csX0" fmla="*/ 218 w 16886"/>
                <a:gd name="csY0" fmla="*/ 61050 h 60902"/>
                <a:gd name="csX1" fmla="*/ 218 w 16886"/>
                <a:gd name="csY1" fmla="*/ 148 h 609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6886" h="60902">
                  <a:moveTo>
                    <a:pt x="218" y="61050"/>
                  </a:moveTo>
                  <a:lnTo>
                    <a:pt x="218" y="148"/>
                  </a:lnTo>
                </a:path>
              </a:pathLst>
            </a:custGeom>
            <a:solidFill>
              <a:srgbClr val="2F6B8A"/>
            </a:solidFill>
            <a:ln w="15191" cap="flat">
              <a:solidFill>
                <a:srgbClr val="2F6B8A"/>
              </a:solidFill>
              <a:prstDash val="solid"/>
              <a:round/>
            </a:ln>
          </p:spPr>
        </p:sp>
        <p:sp>
          <p:nvSpPr>
            <p:cNvPr id="126" name="任意形状 125">
              <a:extLst>
                <a:ext uri="{FF2B5EF4-FFF2-40B4-BE49-F238E27FC236}">
                  <a16:creationId xmlns:a16="http://schemas.microsoft.com/office/drawing/2014/main" id="{C79EDABD-D451-F36B-0BE9-BD55177F6B65}"/>
                </a:ext>
              </a:extLst>
            </p:cNvPr>
            <p:cNvSpPr/>
            <p:nvPr/>
          </p:nvSpPr>
          <p:spPr>
            <a:xfrm>
              <a:off x="4624340" y="2645666"/>
              <a:ext cx="16886" cy="60902"/>
            </a:xfrm>
            <a:custGeom>
              <a:avLst/>
              <a:gdLst>
                <a:gd name="csX0" fmla="*/ 265 w 16886"/>
                <a:gd name="csY0" fmla="*/ 61050 h 60902"/>
                <a:gd name="csX1" fmla="*/ 265 w 16886"/>
                <a:gd name="csY1" fmla="*/ 148 h 609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6886" h="60902">
                  <a:moveTo>
                    <a:pt x="265" y="61050"/>
                  </a:moveTo>
                  <a:lnTo>
                    <a:pt x="265" y="148"/>
                  </a:lnTo>
                </a:path>
              </a:pathLst>
            </a:custGeom>
            <a:solidFill>
              <a:srgbClr val="2F6B8A"/>
            </a:solidFill>
            <a:ln w="15191" cap="flat">
              <a:solidFill>
                <a:srgbClr val="2F6B8A"/>
              </a:solidFill>
              <a:prstDash val="solid"/>
              <a:round/>
            </a:ln>
          </p:spPr>
        </p:sp>
        <p:sp>
          <p:nvSpPr>
            <p:cNvPr id="127" name="任意形状 126">
              <a:extLst>
                <a:ext uri="{FF2B5EF4-FFF2-40B4-BE49-F238E27FC236}">
                  <a16:creationId xmlns:a16="http://schemas.microsoft.com/office/drawing/2014/main" id="{EE782712-008C-F122-F03B-0EE2D935BFB7}"/>
                </a:ext>
              </a:extLst>
            </p:cNvPr>
            <p:cNvSpPr/>
            <p:nvPr/>
          </p:nvSpPr>
          <p:spPr>
            <a:xfrm>
              <a:off x="4010612" y="3060546"/>
              <a:ext cx="304880" cy="16917"/>
            </a:xfrm>
            <a:custGeom>
              <a:avLst/>
              <a:gdLst>
                <a:gd name="csX0" fmla="*/ 0 w 304880"/>
                <a:gd name="csY0" fmla="*/ 0 h 16917"/>
                <a:gd name="csX1" fmla="*/ 304880 w 304880"/>
                <a:gd name="csY1" fmla="*/ 0 h 169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04880" h="16917">
                  <a:moveTo>
                    <a:pt x="0" y="0"/>
                  </a:moveTo>
                  <a:lnTo>
                    <a:pt x="304880" y="0"/>
                  </a:lnTo>
                </a:path>
              </a:pathLst>
            </a:custGeom>
            <a:noFill/>
            <a:ln w="19411" cap="flat">
              <a:solidFill>
                <a:srgbClr val="C65D3A"/>
              </a:solidFill>
              <a:prstDash val="solid"/>
              <a:round/>
            </a:ln>
          </p:spPr>
        </p:sp>
        <p:sp>
          <p:nvSpPr>
            <p:cNvPr id="128" name="任意形状 127">
              <a:extLst>
                <a:ext uri="{FF2B5EF4-FFF2-40B4-BE49-F238E27FC236}">
                  <a16:creationId xmlns:a16="http://schemas.microsoft.com/office/drawing/2014/main" id="{6E8AD8CF-716D-0545-3DEC-F94F9309F5C8}"/>
                </a:ext>
              </a:extLst>
            </p:cNvPr>
            <p:cNvSpPr/>
            <p:nvPr/>
          </p:nvSpPr>
          <p:spPr>
            <a:xfrm>
              <a:off x="4010612" y="3030095"/>
              <a:ext cx="16886" cy="60902"/>
            </a:xfrm>
            <a:custGeom>
              <a:avLst/>
              <a:gdLst>
                <a:gd name="csX0" fmla="*/ 229 w 16886"/>
                <a:gd name="csY0" fmla="*/ 61073 h 60902"/>
                <a:gd name="csX1" fmla="*/ 229 w 16886"/>
                <a:gd name="csY1" fmla="*/ 170 h 609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6886" h="60902">
                  <a:moveTo>
                    <a:pt x="229" y="61073"/>
                  </a:moveTo>
                  <a:lnTo>
                    <a:pt x="229" y="170"/>
                  </a:lnTo>
                </a:path>
              </a:pathLst>
            </a:custGeom>
            <a:solidFill>
              <a:srgbClr val="C65D3A"/>
            </a:solidFill>
            <a:ln w="15191" cap="flat">
              <a:solidFill>
                <a:srgbClr val="C65D3A"/>
              </a:solidFill>
              <a:prstDash val="solid"/>
              <a:round/>
            </a:ln>
          </p:spPr>
        </p:sp>
        <p:sp>
          <p:nvSpPr>
            <p:cNvPr id="129" name="任意形状 128">
              <a:extLst>
                <a:ext uri="{FF2B5EF4-FFF2-40B4-BE49-F238E27FC236}">
                  <a16:creationId xmlns:a16="http://schemas.microsoft.com/office/drawing/2014/main" id="{4EC8C9C3-37FC-29F8-6404-B44D050BAA47}"/>
                </a:ext>
              </a:extLst>
            </p:cNvPr>
            <p:cNvSpPr/>
            <p:nvPr/>
          </p:nvSpPr>
          <p:spPr>
            <a:xfrm>
              <a:off x="4315492" y="3030095"/>
              <a:ext cx="16886" cy="60902"/>
            </a:xfrm>
            <a:custGeom>
              <a:avLst/>
              <a:gdLst>
                <a:gd name="csX0" fmla="*/ 247 w 16886"/>
                <a:gd name="csY0" fmla="*/ 61073 h 60902"/>
                <a:gd name="csX1" fmla="*/ 247 w 16886"/>
                <a:gd name="csY1" fmla="*/ 170 h 609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6886" h="60902">
                  <a:moveTo>
                    <a:pt x="247" y="61073"/>
                  </a:moveTo>
                  <a:lnTo>
                    <a:pt x="247" y="170"/>
                  </a:lnTo>
                </a:path>
              </a:pathLst>
            </a:custGeom>
            <a:solidFill>
              <a:srgbClr val="C65D3A"/>
            </a:solidFill>
            <a:ln w="15191" cap="flat">
              <a:solidFill>
                <a:srgbClr val="C65D3A"/>
              </a:solidFill>
              <a:prstDash val="solid"/>
              <a:round/>
            </a:ln>
          </p:spPr>
        </p:sp>
        <p:sp>
          <p:nvSpPr>
            <p:cNvPr id="130" name="文本框 129">
              <a:extLst>
                <a:ext uri="{FF2B5EF4-FFF2-40B4-BE49-F238E27FC236}">
                  <a16:creationId xmlns:a16="http://schemas.microsoft.com/office/drawing/2014/main" id="{B30DFA2B-6ACD-311D-30D3-086B9B14D05B}"/>
                </a:ext>
              </a:extLst>
            </p:cNvPr>
            <p:cNvSpPr txBox="1"/>
            <p:nvPr/>
          </p:nvSpPr>
          <p:spPr>
            <a:xfrm>
              <a:off x="3040178" y="2109847"/>
              <a:ext cx="2127505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900" b="1" spc="0" baseline="0" dirty="0">
                  <a:ln/>
                  <a:solidFill>
                    <a:srgbClr val="24323D"/>
                  </a:solidFill>
                  <a:latin typeface="Arial"/>
                  <a:cs typeface="Arial"/>
                  <a:sym typeface="Arial"/>
                  <a:rtl val="0"/>
                </a:rPr>
                <a:t>SIG023 Herberg two-transcript DRS</a:t>
              </a:r>
            </a:p>
          </p:txBody>
        </p:sp>
        <p:sp>
          <p:nvSpPr>
            <p:cNvPr id="131" name="任意形状 130">
              <a:extLst>
                <a:ext uri="{FF2B5EF4-FFF2-40B4-BE49-F238E27FC236}">
                  <a16:creationId xmlns:a16="http://schemas.microsoft.com/office/drawing/2014/main" id="{1A4FAAD0-B2D2-16E9-45BC-C36AF0B2D8F8}"/>
                </a:ext>
              </a:extLst>
            </p:cNvPr>
            <p:cNvSpPr/>
            <p:nvPr/>
          </p:nvSpPr>
          <p:spPr>
            <a:xfrm>
              <a:off x="4196073" y="2640591"/>
              <a:ext cx="70921" cy="71052"/>
            </a:xfrm>
            <a:custGeom>
              <a:avLst/>
              <a:gdLst>
                <a:gd name="csX0" fmla="*/ 35703 w 70921"/>
                <a:gd name="csY0" fmla="*/ 71200 h 71052"/>
                <a:gd name="csX1" fmla="*/ 60777 w 70921"/>
                <a:gd name="csY1" fmla="*/ 60795 h 71052"/>
                <a:gd name="csX2" fmla="*/ 71164 w 70921"/>
                <a:gd name="csY2" fmla="*/ 35674 h 71052"/>
                <a:gd name="csX3" fmla="*/ 60777 w 70921"/>
                <a:gd name="csY3" fmla="*/ 10553 h 71052"/>
                <a:gd name="csX4" fmla="*/ 35703 w 70921"/>
                <a:gd name="csY4" fmla="*/ 148 h 71052"/>
                <a:gd name="csX5" fmla="*/ 10628 w 70921"/>
                <a:gd name="csY5" fmla="*/ 10553 h 71052"/>
                <a:gd name="csX6" fmla="*/ 242 w 70921"/>
                <a:gd name="csY6" fmla="*/ 35674 h 71052"/>
                <a:gd name="csX7" fmla="*/ 10628 w 70921"/>
                <a:gd name="csY7" fmla="*/ 60795 h 71052"/>
                <a:gd name="csX8" fmla="*/ 35703 w 70921"/>
                <a:gd name="csY8" fmla="*/ 71200 h 710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0921" h="71052">
                  <a:moveTo>
                    <a:pt x="35703" y="71200"/>
                  </a:moveTo>
                  <a:cubicBezTo>
                    <a:pt x="45107" y="71200"/>
                    <a:pt x="54128" y="67457"/>
                    <a:pt x="60777" y="60795"/>
                  </a:cubicBezTo>
                  <a:cubicBezTo>
                    <a:pt x="67427" y="54133"/>
                    <a:pt x="71164" y="45096"/>
                    <a:pt x="71164" y="35674"/>
                  </a:cubicBezTo>
                  <a:cubicBezTo>
                    <a:pt x="71164" y="26252"/>
                    <a:pt x="67427" y="17215"/>
                    <a:pt x="60777" y="10553"/>
                  </a:cubicBezTo>
                  <a:cubicBezTo>
                    <a:pt x="54128" y="3891"/>
                    <a:pt x="45107" y="148"/>
                    <a:pt x="35703" y="148"/>
                  </a:cubicBezTo>
                  <a:cubicBezTo>
                    <a:pt x="26298" y="148"/>
                    <a:pt x="17278" y="3891"/>
                    <a:pt x="10628" y="10553"/>
                  </a:cubicBezTo>
                  <a:cubicBezTo>
                    <a:pt x="3978" y="17215"/>
                    <a:pt x="242" y="26252"/>
                    <a:pt x="242" y="35674"/>
                  </a:cubicBezTo>
                  <a:cubicBezTo>
                    <a:pt x="242" y="45096"/>
                    <a:pt x="3978" y="54133"/>
                    <a:pt x="10628" y="60795"/>
                  </a:cubicBezTo>
                  <a:cubicBezTo>
                    <a:pt x="17278" y="67457"/>
                    <a:pt x="26298" y="71200"/>
                    <a:pt x="35703" y="71200"/>
                  </a:cubicBezTo>
                  <a:close/>
                </a:path>
              </a:pathLst>
            </a:custGeom>
            <a:solidFill>
              <a:srgbClr val="FFFFFF"/>
            </a:solidFill>
            <a:ln w="15191" cap="flat">
              <a:solidFill>
                <a:srgbClr val="2F6B8A"/>
              </a:solidFill>
              <a:prstDash val="solid"/>
              <a:round/>
            </a:ln>
          </p:spPr>
        </p:sp>
        <p:sp>
          <p:nvSpPr>
            <p:cNvPr id="132" name="任意形状 131">
              <a:extLst>
                <a:ext uri="{FF2B5EF4-FFF2-40B4-BE49-F238E27FC236}">
                  <a16:creationId xmlns:a16="http://schemas.microsoft.com/office/drawing/2014/main" id="{9FE0D84C-5F85-F2D2-8187-08B3F5AD3095}"/>
                </a:ext>
              </a:extLst>
            </p:cNvPr>
            <p:cNvSpPr/>
            <p:nvPr/>
          </p:nvSpPr>
          <p:spPr>
            <a:xfrm>
              <a:off x="4127599" y="3025019"/>
              <a:ext cx="70921" cy="71052"/>
            </a:xfrm>
            <a:custGeom>
              <a:avLst/>
              <a:gdLst>
                <a:gd name="csX0" fmla="*/ 238 w 70921"/>
                <a:gd name="csY0" fmla="*/ 71223 h 71052"/>
                <a:gd name="csX1" fmla="*/ 71160 w 70921"/>
                <a:gd name="csY1" fmla="*/ 71223 h 71052"/>
                <a:gd name="csX2" fmla="*/ 71160 w 70921"/>
                <a:gd name="csY2" fmla="*/ 170 h 71052"/>
                <a:gd name="csX3" fmla="*/ 238 w 70921"/>
                <a:gd name="csY3" fmla="*/ 170 h 710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0921" h="71052">
                  <a:moveTo>
                    <a:pt x="238" y="71223"/>
                  </a:moveTo>
                  <a:lnTo>
                    <a:pt x="71160" y="71223"/>
                  </a:lnTo>
                  <a:lnTo>
                    <a:pt x="71160" y="170"/>
                  </a:lnTo>
                  <a:lnTo>
                    <a:pt x="238" y="170"/>
                  </a:lnTo>
                  <a:close/>
                </a:path>
              </a:pathLst>
            </a:custGeom>
            <a:solidFill>
              <a:srgbClr val="C65D3A"/>
            </a:solidFill>
            <a:ln w="15191" cap="flat">
              <a:solidFill>
                <a:srgbClr val="C65D3A"/>
              </a:solidFill>
              <a:prstDash val="solid"/>
              <a:miter/>
            </a:ln>
          </p:spPr>
        </p:sp>
      </p:grpSp>
      <p:grpSp>
        <p:nvGrpSpPr>
          <p:cNvPr id="133" name="图形 4">
            <a:extLst>
              <a:ext uri="{FF2B5EF4-FFF2-40B4-BE49-F238E27FC236}">
                <a16:creationId xmlns:a16="http://schemas.microsoft.com/office/drawing/2014/main" id="{93177821-FF24-B5DC-AF54-C1FCA03CCA6B}"/>
              </a:ext>
            </a:extLst>
          </p:cNvPr>
          <p:cNvGrpSpPr/>
          <p:nvPr/>
        </p:nvGrpSpPr>
        <p:grpSpPr>
          <a:xfrm>
            <a:off x="2655355" y="3718465"/>
            <a:ext cx="2689982" cy="1217483"/>
            <a:chOff x="2657238" y="3464956"/>
            <a:chExt cx="2689982" cy="1217483"/>
          </a:xfrm>
        </p:grpSpPr>
        <p:sp>
          <p:nvSpPr>
            <p:cNvPr id="134" name="任意形状 133">
              <a:extLst>
                <a:ext uri="{FF2B5EF4-FFF2-40B4-BE49-F238E27FC236}">
                  <a16:creationId xmlns:a16="http://schemas.microsoft.com/office/drawing/2014/main" id="{77065A35-EB2C-9048-67F5-3948CA1C544B}"/>
                </a:ext>
              </a:extLst>
            </p:cNvPr>
            <p:cNvSpPr/>
            <p:nvPr/>
          </p:nvSpPr>
          <p:spPr>
            <a:xfrm>
              <a:off x="3131618" y="3762123"/>
              <a:ext cx="1928706" cy="903399"/>
            </a:xfrm>
            <a:custGeom>
              <a:avLst/>
              <a:gdLst>
                <a:gd name="csX0" fmla="*/ 0 w 1928706"/>
                <a:gd name="csY0" fmla="*/ 903400 h 903399"/>
                <a:gd name="csX1" fmla="*/ 1928707 w 1928706"/>
                <a:gd name="csY1" fmla="*/ 903400 h 903399"/>
                <a:gd name="csX2" fmla="*/ 1928707 w 1928706"/>
                <a:gd name="csY2" fmla="*/ 0 h 903399"/>
                <a:gd name="csX3" fmla="*/ 0 w 1928706"/>
                <a:gd name="csY3" fmla="*/ 0 h 9033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928706" h="903399">
                  <a:moveTo>
                    <a:pt x="0" y="903400"/>
                  </a:moveTo>
                  <a:lnTo>
                    <a:pt x="1928707" y="903400"/>
                  </a:lnTo>
                  <a:lnTo>
                    <a:pt x="192870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6879" cap="flat">
              <a:noFill/>
              <a:prstDash val="solid"/>
              <a:round/>
            </a:ln>
          </p:spPr>
        </p:sp>
        <p:sp>
          <p:nvSpPr>
            <p:cNvPr id="135" name="任意形状 134">
              <a:extLst>
                <a:ext uri="{FF2B5EF4-FFF2-40B4-BE49-F238E27FC236}">
                  <a16:creationId xmlns:a16="http://schemas.microsoft.com/office/drawing/2014/main" id="{DB001EB6-6C25-F522-8D7B-EB2FCFE98F26}"/>
                </a:ext>
              </a:extLst>
            </p:cNvPr>
            <p:cNvSpPr/>
            <p:nvPr/>
          </p:nvSpPr>
          <p:spPr>
            <a:xfrm>
              <a:off x="4168295" y="3762123"/>
              <a:ext cx="61989" cy="903399"/>
            </a:xfrm>
            <a:custGeom>
              <a:avLst/>
              <a:gdLst>
                <a:gd name="csX0" fmla="*/ 0 w 61989"/>
                <a:gd name="csY0" fmla="*/ 903400 h 903399"/>
                <a:gd name="csX1" fmla="*/ 61989 w 61989"/>
                <a:gd name="csY1" fmla="*/ 903400 h 903399"/>
                <a:gd name="csX2" fmla="*/ 61989 w 61989"/>
                <a:gd name="csY2" fmla="*/ 0 h 903399"/>
                <a:gd name="csX3" fmla="*/ 0 w 61989"/>
                <a:gd name="csY3" fmla="*/ 0 h 9033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61989" h="903399">
                  <a:moveTo>
                    <a:pt x="0" y="903400"/>
                  </a:moveTo>
                  <a:lnTo>
                    <a:pt x="61989" y="903400"/>
                  </a:lnTo>
                  <a:lnTo>
                    <a:pt x="6198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3F6F7"/>
            </a:solidFill>
            <a:ln w="16879" cap="flat">
              <a:noFill/>
              <a:prstDash val="solid"/>
              <a:round/>
            </a:ln>
          </p:spPr>
        </p:sp>
        <p:sp>
          <p:nvSpPr>
            <p:cNvPr id="136" name="任意形状 135">
              <a:extLst>
                <a:ext uri="{FF2B5EF4-FFF2-40B4-BE49-F238E27FC236}">
                  <a16:creationId xmlns:a16="http://schemas.microsoft.com/office/drawing/2014/main" id="{5CE33348-C8CC-2686-2765-892EF360F0ED}"/>
                </a:ext>
              </a:extLst>
            </p:cNvPr>
            <p:cNvSpPr/>
            <p:nvPr/>
          </p:nvSpPr>
          <p:spPr>
            <a:xfrm>
              <a:off x="4199298" y="3762123"/>
              <a:ext cx="16886" cy="903399"/>
            </a:xfrm>
            <a:custGeom>
              <a:avLst/>
              <a:gdLst>
                <a:gd name="csX0" fmla="*/ 0 w 16886"/>
                <a:gd name="csY0" fmla="*/ 903400 h 903399"/>
                <a:gd name="csX1" fmla="*/ 0 w 16886"/>
                <a:gd name="csY1" fmla="*/ 0 h 9033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6886" h="903399">
                  <a:moveTo>
                    <a:pt x="0" y="903400"/>
                  </a:moveTo>
                  <a:lnTo>
                    <a:pt x="0" y="0"/>
                  </a:lnTo>
                </a:path>
              </a:pathLst>
            </a:custGeom>
            <a:noFill/>
            <a:ln w="15191" cap="flat">
              <a:solidFill>
                <a:srgbClr val="7B858C"/>
              </a:solidFill>
              <a:custDash>
                <a:ds d="202500" sp="135000"/>
              </a:custDash>
              <a:round/>
            </a:ln>
          </p:spPr>
        </p:sp>
        <p:sp>
          <p:nvSpPr>
            <p:cNvPr id="137" name="任意形状 136">
              <a:extLst>
                <a:ext uri="{FF2B5EF4-FFF2-40B4-BE49-F238E27FC236}">
                  <a16:creationId xmlns:a16="http://schemas.microsoft.com/office/drawing/2014/main" id="{9DE87A17-A71B-4766-9ABD-18D44EA2982B}"/>
                </a:ext>
              </a:extLst>
            </p:cNvPr>
            <p:cNvSpPr/>
            <p:nvPr/>
          </p:nvSpPr>
          <p:spPr>
            <a:xfrm>
              <a:off x="3131618" y="4204205"/>
              <a:ext cx="1928706" cy="16917"/>
            </a:xfrm>
            <a:custGeom>
              <a:avLst/>
              <a:gdLst>
                <a:gd name="csX0" fmla="*/ 0 w 1928706"/>
                <a:gd name="csY0" fmla="*/ 0 h 16917"/>
                <a:gd name="csX1" fmla="*/ 1928707 w 1928706"/>
                <a:gd name="csY1" fmla="*/ 0 h 169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928706" h="16917">
                  <a:moveTo>
                    <a:pt x="0" y="0"/>
                  </a:moveTo>
                  <a:lnTo>
                    <a:pt x="1928707" y="0"/>
                  </a:lnTo>
                </a:path>
              </a:pathLst>
            </a:custGeom>
            <a:noFill/>
            <a:ln w="9283" cap="sq">
              <a:solidFill>
                <a:srgbClr val="E8ECEE"/>
              </a:solidFill>
              <a:prstDash val="solid"/>
              <a:round/>
            </a:ln>
          </p:spPr>
        </p:sp>
        <p:grpSp>
          <p:nvGrpSpPr>
            <p:cNvPr id="138" name="图形 4">
              <a:extLst>
                <a:ext uri="{FF2B5EF4-FFF2-40B4-BE49-F238E27FC236}">
                  <a16:creationId xmlns:a16="http://schemas.microsoft.com/office/drawing/2014/main" id="{C9F4643E-A2BA-D0D0-C2B5-5E2951DB16ED}"/>
                </a:ext>
              </a:extLst>
            </p:cNvPr>
            <p:cNvGrpSpPr/>
            <p:nvPr/>
          </p:nvGrpSpPr>
          <p:grpSpPr>
            <a:xfrm>
              <a:off x="2657238" y="3834413"/>
              <a:ext cx="383438" cy="615260"/>
              <a:chOff x="2657238" y="3834413"/>
              <a:chExt cx="383438" cy="615260"/>
            </a:xfrm>
            <a:solidFill>
              <a:srgbClr val="6C7C86"/>
            </a:solidFill>
          </p:grpSpPr>
          <p:sp>
            <p:nvSpPr>
              <p:cNvPr id="139" name="文本框 138">
                <a:extLst>
                  <a:ext uri="{FF2B5EF4-FFF2-40B4-BE49-F238E27FC236}">
                    <a16:creationId xmlns:a16="http://schemas.microsoft.com/office/drawing/2014/main" id="{A9E5AEBA-CEC6-C565-F666-E6CB91E2F62D}"/>
                  </a:ext>
                </a:extLst>
              </p:cNvPr>
              <p:cNvSpPr txBox="1"/>
              <p:nvPr/>
            </p:nvSpPr>
            <p:spPr>
              <a:xfrm>
                <a:off x="2657238" y="3834413"/>
                <a:ext cx="383438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900" spc="0" baseline="0">
                    <a:ln/>
                    <a:solidFill>
                      <a:srgbClr val="6C7C86"/>
                    </a:solidFill>
                    <a:latin typeface="Arial"/>
                    <a:cs typeface="Arial"/>
                    <a:sym typeface="Arial"/>
                    <a:rtl val="0"/>
                  </a:rPr>
                  <a:t>T24</a:t>
                </a:r>
              </a:p>
            </p:txBody>
          </p:sp>
          <p:sp>
            <p:nvSpPr>
              <p:cNvPr id="140" name="文本框 139">
                <a:extLst>
                  <a:ext uri="{FF2B5EF4-FFF2-40B4-BE49-F238E27FC236}">
                    <a16:creationId xmlns:a16="http://schemas.microsoft.com/office/drawing/2014/main" id="{5FD69AED-FFAF-2DC4-FCFD-8226D200F0A3}"/>
                  </a:ext>
                </a:extLst>
              </p:cNvPr>
              <p:cNvSpPr txBox="1"/>
              <p:nvPr/>
            </p:nvSpPr>
            <p:spPr>
              <a:xfrm>
                <a:off x="2657238" y="4218841"/>
                <a:ext cx="383438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900" spc="0" baseline="0">
                    <a:ln/>
                    <a:solidFill>
                      <a:srgbClr val="6C7C86"/>
                    </a:solidFill>
                    <a:latin typeface="Arial"/>
                    <a:cs typeface="Arial"/>
                    <a:sym typeface="Arial"/>
                    <a:rtl val="0"/>
                  </a:rPr>
                  <a:t>T48</a:t>
                </a:r>
              </a:p>
            </p:txBody>
          </p:sp>
        </p:grpSp>
        <p:sp>
          <p:nvSpPr>
            <p:cNvPr id="141" name="任意形状 140">
              <a:extLst>
                <a:ext uri="{FF2B5EF4-FFF2-40B4-BE49-F238E27FC236}">
                  <a16:creationId xmlns:a16="http://schemas.microsoft.com/office/drawing/2014/main" id="{D2AFF665-253D-2B08-A80D-9C2F615E7018}"/>
                </a:ext>
              </a:extLst>
            </p:cNvPr>
            <p:cNvSpPr/>
            <p:nvPr/>
          </p:nvSpPr>
          <p:spPr>
            <a:xfrm>
              <a:off x="3131618" y="4665522"/>
              <a:ext cx="1928706" cy="16917"/>
            </a:xfrm>
            <a:custGeom>
              <a:avLst/>
              <a:gdLst>
                <a:gd name="csX0" fmla="*/ 0 w 1928706"/>
                <a:gd name="csY0" fmla="*/ 0 h 16917"/>
                <a:gd name="csX1" fmla="*/ 1928707 w 1928706"/>
                <a:gd name="csY1" fmla="*/ 0 h 169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928706" h="16917">
                  <a:moveTo>
                    <a:pt x="0" y="0"/>
                  </a:moveTo>
                  <a:lnTo>
                    <a:pt x="1928707" y="0"/>
                  </a:lnTo>
                </a:path>
              </a:pathLst>
            </a:custGeom>
            <a:noFill/>
            <a:ln w="11815" cap="sq">
              <a:solidFill>
                <a:srgbClr val="B8C2C8"/>
              </a:solidFill>
              <a:prstDash val="solid"/>
              <a:miter/>
            </a:ln>
          </p:spPr>
        </p:sp>
        <p:sp>
          <p:nvSpPr>
            <p:cNvPr id="142" name="任意形状 141">
              <a:extLst>
                <a:ext uri="{FF2B5EF4-FFF2-40B4-BE49-F238E27FC236}">
                  <a16:creationId xmlns:a16="http://schemas.microsoft.com/office/drawing/2014/main" id="{A096DBDA-9788-9CC0-BD4F-0044B100201D}"/>
                </a:ext>
              </a:extLst>
            </p:cNvPr>
            <p:cNvSpPr/>
            <p:nvPr/>
          </p:nvSpPr>
          <p:spPr>
            <a:xfrm>
              <a:off x="3952895" y="4031209"/>
              <a:ext cx="269317" cy="16917"/>
            </a:xfrm>
            <a:custGeom>
              <a:avLst/>
              <a:gdLst>
                <a:gd name="csX0" fmla="*/ 0 w 269317"/>
                <a:gd name="csY0" fmla="*/ 0 h 16917"/>
                <a:gd name="csX1" fmla="*/ 269318 w 269317"/>
                <a:gd name="csY1" fmla="*/ 0 h 169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69317" h="16917">
                  <a:moveTo>
                    <a:pt x="0" y="0"/>
                  </a:moveTo>
                  <a:lnTo>
                    <a:pt x="269318" y="0"/>
                  </a:lnTo>
                </a:path>
              </a:pathLst>
            </a:custGeom>
            <a:noFill/>
            <a:ln w="19411" cap="flat">
              <a:solidFill>
                <a:srgbClr val="2F6B8A"/>
              </a:solidFill>
              <a:prstDash val="solid"/>
              <a:round/>
            </a:ln>
          </p:spPr>
        </p:sp>
        <p:sp>
          <p:nvSpPr>
            <p:cNvPr id="143" name="任意形状 142">
              <a:extLst>
                <a:ext uri="{FF2B5EF4-FFF2-40B4-BE49-F238E27FC236}">
                  <a16:creationId xmlns:a16="http://schemas.microsoft.com/office/drawing/2014/main" id="{7F42F4E4-4FB7-39B6-734E-537257455B2A}"/>
                </a:ext>
              </a:extLst>
            </p:cNvPr>
            <p:cNvSpPr/>
            <p:nvPr/>
          </p:nvSpPr>
          <p:spPr>
            <a:xfrm>
              <a:off x="3952895" y="4000758"/>
              <a:ext cx="16886" cy="60902"/>
            </a:xfrm>
            <a:custGeom>
              <a:avLst/>
              <a:gdLst>
                <a:gd name="csX0" fmla="*/ 225 w 16886"/>
                <a:gd name="csY0" fmla="*/ 61130 h 60902"/>
                <a:gd name="csX1" fmla="*/ 225 w 16886"/>
                <a:gd name="csY1" fmla="*/ 228 h 609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6886" h="60902">
                  <a:moveTo>
                    <a:pt x="225" y="61130"/>
                  </a:moveTo>
                  <a:lnTo>
                    <a:pt x="225" y="228"/>
                  </a:lnTo>
                </a:path>
              </a:pathLst>
            </a:custGeom>
            <a:solidFill>
              <a:srgbClr val="2F6B8A"/>
            </a:solidFill>
            <a:ln w="15191" cap="flat">
              <a:solidFill>
                <a:srgbClr val="2F6B8A"/>
              </a:solidFill>
              <a:prstDash val="solid"/>
              <a:round/>
            </a:ln>
          </p:spPr>
        </p:sp>
        <p:sp>
          <p:nvSpPr>
            <p:cNvPr id="144" name="任意形状 143">
              <a:extLst>
                <a:ext uri="{FF2B5EF4-FFF2-40B4-BE49-F238E27FC236}">
                  <a16:creationId xmlns:a16="http://schemas.microsoft.com/office/drawing/2014/main" id="{8FAF1734-D047-F715-E8B7-5A254BC788B6}"/>
                </a:ext>
              </a:extLst>
            </p:cNvPr>
            <p:cNvSpPr/>
            <p:nvPr/>
          </p:nvSpPr>
          <p:spPr>
            <a:xfrm>
              <a:off x="4222213" y="4000758"/>
              <a:ext cx="16886" cy="60902"/>
            </a:xfrm>
            <a:custGeom>
              <a:avLst/>
              <a:gdLst>
                <a:gd name="csX0" fmla="*/ 241 w 16886"/>
                <a:gd name="csY0" fmla="*/ 61130 h 60902"/>
                <a:gd name="csX1" fmla="*/ 241 w 16886"/>
                <a:gd name="csY1" fmla="*/ 228 h 609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6886" h="60902">
                  <a:moveTo>
                    <a:pt x="241" y="61130"/>
                  </a:moveTo>
                  <a:lnTo>
                    <a:pt x="241" y="228"/>
                  </a:lnTo>
                </a:path>
              </a:pathLst>
            </a:custGeom>
            <a:solidFill>
              <a:srgbClr val="2F6B8A"/>
            </a:solidFill>
            <a:ln w="15191" cap="flat">
              <a:solidFill>
                <a:srgbClr val="2F6B8A"/>
              </a:solidFill>
              <a:prstDash val="solid"/>
              <a:round/>
            </a:ln>
          </p:spPr>
        </p:sp>
        <p:sp>
          <p:nvSpPr>
            <p:cNvPr id="145" name="任意形状 144">
              <a:extLst>
                <a:ext uri="{FF2B5EF4-FFF2-40B4-BE49-F238E27FC236}">
                  <a16:creationId xmlns:a16="http://schemas.microsoft.com/office/drawing/2014/main" id="{E652ADAB-EF1C-C65E-58A3-9BCE9A6807F5}"/>
                </a:ext>
              </a:extLst>
            </p:cNvPr>
            <p:cNvSpPr/>
            <p:nvPr/>
          </p:nvSpPr>
          <p:spPr>
            <a:xfrm>
              <a:off x="3948217" y="4415637"/>
              <a:ext cx="337200" cy="16917"/>
            </a:xfrm>
            <a:custGeom>
              <a:avLst/>
              <a:gdLst>
                <a:gd name="csX0" fmla="*/ 0 w 337200"/>
                <a:gd name="csY0" fmla="*/ 0 h 16917"/>
                <a:gd name="csX1" fmla="*/ 337200 w 337200"/>
                <a:gd name="csY1" fmla="*/ 0 h 169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37200" h="16917">
                  <a:moveTo>
                    <a:pt x="0" y="0"/>
                  </a:moveTo>
                  <a:lnTo>
                    <a:pt x="337200" y="0"/>
                  </a:lnTo>
                </a:path>
              </a:pathLst>
            </a:custGeom>
            <a:noFill/>
            <a:ln w="19411" cap="flat">
              <a:solidFill>
                <a:srgbClr val="C65D3A"/>
              </a:solidFill>
              <a:prstDash val="solid"/>
              <a:round/>
            </a:ln>
          </p:spPr>
        </p:sp>
        <p:sp>
          <p:nvSpPr>
            <p:cNvPr id="146" name="任意形状 145">
              <a:extLst>
                <a:ext uri="{FF2B5EF4-FFF2-40B4-BE49-F238E27FC236}">
                  <a16:creationId xmlns:a16="http://schemas.microsoft.com/office/drawing/2014/main" id="{F8CE8276-2E3A-953F-C12C-880AF4199378}"/>
                </a:ext>
              </a:extLst>
            </p:cNvPr>
            <p:cNvSpPr/>
            <p:nvPr/>
          </p:nvSpPr>
          <p:spPr>
            <a:xfrm>
              <a:off x="3948217" y="4385186"/>
              <a:ext cx="16886" cy="60902"/>
            </a:xfrm>
            <a:custGeom>
              <a:avLst/>
              <a:gdLst>
                <a:gd name="csX0" fmla="*/ 225 w 16886"/>
                <a:gd name="csY0" fmla="*/ 61153 h 60902"/>
                <a:gd name="csX1" fmla="*/ 225 w 16886"/>
                <a:gd name="csY1" fmla="*/ 250 h 609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6886" h="60902">
                  <a:moveTo>
                    <a:pt x="225" y="61153"/>
                  </a:moveTo>
                  <a:lnTo>
                    <a:pt x="225" y="250"/>
                  </a:lnTo>
                </a:path>
              </a:pathLst>
            </a:custGeom>
            <a:solidFill>
              <a:srgbClr val="C65D3A"/>
            </a:solidFill>
            <a:ln w="15191" cap="flat">
              <a:solidFill>
                <a:srgbClr val="C65D3A"/>
              </a:solidFill>
              <a:prstDash val="solid"/>
              <a:round/>
            </a:ln>
          </p:spPr>
        </p:sp>
        <p:sp>
          <p:nvSpPr>
            <p:cNvPr id="147" name="任意形状 146">
              <a:extLst>
                <a:ext uri="{FF2B5EF4-FFF2-40B4-BE49-F238E27FC236}">
                  <a16:creationId xmlns:a16="http://schemas.microsoft.com/office/drawing/2014/main" id="{7F9385AA-2999-A102-5BEC-267025C184F4}"/>
                </a:ext>
              </a:extLst>
            </p:cNvPr>
            <p:cNvSpPr/>
            <p:nvPr/>
          </p:nvSpPr>
          <p:spPr>
            <a:xfrm>
              <a:off x="4285418" y="4385186"/>
              <a:ext cx="16886" cy="60902"/>
            </a:xfrm>
            <a:custGeom>
              <a:avLst/>
              <a:gdLst>
                <a:gd name="csX0" fmla="*/ 245 w 16886"/>
                <a:gd name="csY0" fmla="*/ 61153 h 60902"/>
                <a:gd name="csX1" fmla="*/ 245 w 16886"/>
                <a:gd name="csY1" fmla="*/ 250 h 609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6886" h="60902">
                  <a:moveTo>
                    <a:pt x="245" y="61153"/>
                  </a:moveTo>
                  <a:lnTo>
                    <a:pt x="245" y="250"/>
                  </a:lnTo>
                </a:path>
              </a:pathLst>
            </a:custGeom>
            <a:solidFill>
              <a:srgbClr val="C65D3A"/>
            </a:solidFill>
            <a:ln w="15191" cap="flat">
              <a:solidFill>
                <a:srgbClr val="C65D3A"/>
              </a:solidFill>
              <a:prstDash val="solid"/>
              <a:round/>
            </a:ln>
          </p:spPr>
        </p:sp>
        <p:sp>
          <p:nvSpPr>
            <p:cNvPr id="148" name="文本框 147">
              <a:extLst>
                <a:ext uri="{FF2B5EF4-FFF2-40B4-BE49-F238E27FC236}">
                  <a16:creationId xmlns:a16="http://schemas.microsoft.com/office/drawing/2014/main" id="{6054A1E5-5BF2-59F4-FDB8-90367D57359D}"/>
                </a:ext>
              </a:extLst>
            </p:cNvPr>
            <p:cNvSpPr txBox="1"/>
            <p:nvPr/>
          </p:nvSpPr>
          <p:spPr>
            <a:xfrm>
              <a:off x="3040178" y="3464956"/>
              <a:ext cx="230704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900" b="1" spc="0" baseline="0" dirty="0">
                  <a:ln/>
                  <a:solidFill>
                    <a:srgbClr val="24323D"/>
                  </a:solidFill>
                  <a:latin typeface="Arial"/>
                  <a:cs typeface="Arial"/>
                  <a:sym typeface="Arial"/>
                  <a:rtl val="0"/>
                </a:rPr>
                <a:t>SIG033 Lin seven-gene mortality score</a:t>
              </a:r>
            </a:p>
          </p:txBody>
        </p:sp>
        <p:sp>
          <p:nvSpPr>
            <p:cNvPr id="149" name="任意形状 148">
              <a:extLst>
                <a:ext uri="{FF2B5EF4-FFF2-40B4-BE49-F238E27FC236}">
                  <a16:creationId xmlns:a16="http://schemas.microsoft.com/office/drawing/2014/main" id="{3ADA49D7-D335-0BDB-B9EC-9592CBD526AC}"/>
                </a:ext>
              </a:extLst>
            </p:cNvPr>
            <p:cNvSpPr/>
            <p:nvPr/>
          </p:nvSpPr>
          <p:spPr>
            <a:xfrm>
              <a:off x="4052101" y="3995683"/>
              <a:ext cx="70921" cy="71052"/>
            </a:xfrm>
            <a:custGeom>
              <a:avLst/>
              <a:gdLst>
                <a:gd name="csX0" fmla="*/ 35694 w 70921"/>
                <a:gd name="csY0" fmla="*/ 71280 h 71052"/>
                <a:gd name="csX1" fmla="*/ 60769 w 70921"/>
                <a:gd name="csY1" fmla="*/ 60875 h 71052"/>
                <a:gd name="csX2" fmla="*/ 71155 w 70921"/>
                <a:gd name="csY2" fmla="*/ 35754 h 71052"/>
                <a:gd name="csX3" fmla="*/ 60769 w 70921"/>
                <a:gd name="csY3" fmla="*/ 10633 h 71052"/>
                <a:gd name="csX4" fmla="*/ 35694 w 70921"/>
                <a:gd name="csY4" fmla="*/ 228 h 71052"/>
                <a:gd name="csX5" fmla="*/ 10620 w 70921"/>
                <a:gd name="csY5" fmla="*/ 10633 h 71052"/>
                <a:gd name="csX6" fmla="*/ 233 w 70921"/>
                <a:gd name="csY6" fmla="*/ 35754 h 71052"/>
                <a:gd name="csX7" fmla="*/ 10620 w 70921"/>
                <a:gd name="csY7" fmla="*/ 60875 h 71052"/>
                <a:gd name="csX8" fmla="*/ 35694 w 70921"/>
                <a:gd name="csY8" fmla="*/ 71280 h 710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0921" h="71052">
                  <a:moveTo>
                    <a:pt x="35694" y="71280"/>
                  </a:moveTo>
                  <a:cubicBezTo>
                    <a:pt x="45099" y="71280"/>
                    <a:pt x="54119" y="67537"/>
                    <a:pt x="60769" y="60875"/>
                  </a:cubicBezTo>
                  <a:cubicBezTo>
                    <a:pt x="67419" y="54213"/>
                    <a:pt x="71155" y="45176"/>
                    <a:pt x="71155" y="35754"/>
                  </a:cubicBezTo>
                  <a:cubicBezTo>
                    <a:pt x="71155" y="26332"/>
                    <a:pt x="67419" y="17295"/>
                    <a:pt x="60769" y="10633"/>
                  </a:cubicBezTo>
                  <a:cubicBezTo>
                    <a:pt x="54119" y="3971"/>
                    <a:pt x="45099" y="228"/>
                    <a:pt x="35694" y="228"/>
                  </a:cubicBezTo>
                  <a:cubicBezTo>
                    <a:pt x="26290" y="228"/>
                    <a:pt x="17269" y="3971"/>
                    <a:pt x="10620" y="10633"/>
                  </a:cubicBezTo>
                  <a:cubicBezTo>
                    <a:pt x="3970" y="17295"/>
                    <a:pt x="233" y="26332"/>
                    <a:pt x="233" y="35754"/>
                  </a:cubicBezTo>
                  <a:cubicBezTo>
                    <a:pt x="233" y="45176"/>
                    <a:pt x="3970" y="54213"/>
                    <a:pt x="10620" y="60875"/>
                  </a:cubicBezTo>
                  <a:cubicBezTo>
                    <a:pt x="17269" y="67537"/>
                    <a:pt x="26290" y="71280"/>
                    <a:pt x="35694" y="71280"/>
                  </a:cubicBezTo>
                  <a:close/>
                </a:path>
              </a:pathLst>
            </a:custGeom>
            <a:solidFill>
              <a:srgbClr val="FFFFFF"/>
            </a:solidFill>
            <a:ln w="15191" cap="flat">
              <a:solidFill>
                <a:srgbClr val="2F6B8A"/>
              </a:solidFill>
              <a:prstDash val="solid"/>
              <a:round/>
            </a:ln>
          </p:spPr>
        </p:sp>
        <p:sp>
          <p:nvSpPr>
            <p:cNvPr id="150" name="任意形状 149">
              <a:extLst>
                <a:ext uri="{FF2B5EF4-FFF2-40B4-BE49-F238E27FC236}">
                  <a16:creationId xmlns:a16="http://schemas.microsoft.com/office/drawing/2014/main" id="{B4EB8A59-EEA5-236E-8430-A4F31E349CC7}"/>
                </a:ext>
              </a:extLst>
            </p:cNvPr>
            <p:cNvSpPr/>
            <p:nvPr/>
          </p:nvSpPr>
          <p:spPr>
            <a:xfrm>
              <a:off x="4081348" y="4380111"/>
              <a:ext cx="70921" cy="71052"/>
            </a:xfrm>
            <a:custGeom>
              <a:avLst/>
              <a:gdLst>
                <a:gd name="csX0" fmla="*/ 235 w 70921"/>
                <a:gd name="csY0" fmla="*/ 71303 h 71052"/>
                <a:gd name="csX1" fmla="*/ 71157 w 70921"/>
                <a:gd name="csY1" fmla="*/ 71303 h 71052"/>
                <a:gd name="csX2" fmla="*/ 71157 w 70921"/>
                <a:gd name="csY2" fmla="*/ 250 h 71052"/>
                <a:gd name="csX3" fmla="*/ 235 w 70921"/>
                <a:gd name="csY3" fmla="*/ 250 h 710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0921" h="71052">
                  <a:moveTo>
                    <a:pt x="235" y="71303"/>
                  </a:moveTo>
                  <a:lnTo>
                    <a:pt x="71157" y="71303"/>
                  </a:lnTo>
                  <a:lnTo>
                    <a:pt x="71157" y="250"/>
                  </a:lnTo>
                  <a:lnTo>
                    <a:pt x="235" y="250"/>
                  </a:lnTo>
                  <a:close/>
                </a:path>
              </a:pathLst>
            </a:custGeom>
            <a:solidFill>
              <a:srgbClr val="C65D3A"/>
            </a:solidFill>
            <a:ln w="15191" cap="flat">
              <a:solidFill>
                <a:srgbClr val="C65D3A"/>
              </a:solidFill>
              <a:prstDash val="solid"/>
              <a:miter/>
            </a:ln>
          </p:spPr>
        </p:sp>
      </p:grpSp>
      <p:grpSp>
        <p:nvGrpSpPr>
          <p:cNvPr id="151" name="图形 4">
            <a:extLst>
              <a:ext uri="{FF2B5EF4-FFF2-40B4-BE49-F238E27FC236}">
                <a16:creationId xmlns:a16="http://schemas.microsoft.com/office/drawing/2014/main" id="{8B3EEF03-1EA6-E80C-EE9D-42D7EC7E1C07}"/>
              </a:ext>
            </a:extLst>
          </p:cNvPr>
          <p:cNvGrpSpPr/>
          <p:nvPr/>
        </p:nvGrpSpPr>
        <p:grpSpPr>
          <a:xfrm>
            <a:off x="2654453" y="5032851"/>
            <a:ext cx="2406753" cy="1432641"/>
            <a:chOff x="2657238" y="4820048"/>
            <a:chExt cx="2406753" cy="1432641"/>
          </a:xfrm>
        </p:grpSpPr>
        <p:sp>
          <p:nvSpPr>
            <p:cNvPr id="152" name="任意形状 151">
              <a:extLst>
                <a:ext uri="{FF2B5EF4-FFF2-40B4-BE49-F238E27FC236}">
                  <a16:creationId xmlns:a16="http://schemas.microsoft.com/office/drawing/2014/main" id="{5B3FB54E-B50F-6FAB-98C4-0E949328DC8D}"/>
                </a:ext>
              </a:extLst>
            </p:cNvPr>
            <p:cNvSpPr/>
            <p:nvPr/>
          </p:nvSpPr>
          <p:spPr>
            <a:xfrm>
              <a:off x="3131618" y="5117214"/>
              <a:ext cx="1928706" cy="903400"/>
            </a:xfrm>
            <a:custGeom>
              <a:avLst/>
              <a:gdLst>
                <a:gd name="csX0" fmla="*/ 0 w 1928706"/>
                <a:gd name="csY0" fmla="*/ 903400 h 903400"/>
                <a:gd name="csX1" fmla="*/ 1928707 w 1928706"/>
                <a:gd name="csY1" fmla="*/ 903400 h 903400"/>
                <a:gd name="csX2" fmla="*/ 1928707 w 1928706"/>
                <a:gd name="csY2" fmla="*/ 0 h 903400"/>
                <a:gd name="csX3" fmla="*/ 0 w 1928706"/>
                <a:gd name="csY3" fmla="*/ 0 h 903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928706" h="903400">
                  <a:moveTo>
                    <a:pt x="0" y="903400"/>
                  </a:moveTo>
                  <a:lnTo>
                    <a:pt x="1928707" y="903400"/>
                  </a:lnTo>
                  <a:lnTo>
                    <a:pt x="192870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6879" cap="flat">
              <a:noFill/>
              <a:prstDash val="solid"/>
              <a:round/>
            </a:ln>
          </p:spPr>
        </p:sp>
        <p:sp>
          <p:nvSpPr>
            <p:cNvPr id="153" name="任意形状 152">
              <a:extLst>
                <a:ext uri="{FF2B5EF4-FFF2-40B4-BE49-F238E27FC236}">
                  <a16:creationId xmlns:a16="http://schemas.microsoft.com/office/drawing/2014/main" id="{7DD8B8A7-7F1D-9DFE-ECA3-C0317ED514BB}"/>
                </a:ext>
              </a:extLst>
            </p:cNvPr>
            <p:cNvSpPr/>
            <p:nvPr/>
          </p:nvSpPr>
          <p:spPr>
            <a:xfrm>
              <a:off x="4168295" y="5117214"/>
              <a:ext cx="61989" cy="903400"/>
            </a:xfrm>
            <a:custGeom>
              <a:avLst/>
              <a:gdLst>
                <a:gd name="csX0" fmla="*/ 0 w 61989"/>
                <a:gd name="csY0" fmla="*/ 903400 h 903400"/>
                <a:gd name="csX1" fmla="*/ 61989 w 61989"/>
                <a:gd name="csY1" fmla="*/ 903400 h 903400"/>
                <a:gd name="csX2" fmla="*/ 61989 w 61989"/>
                <a:gd name="csY2" fmla="*/ 0 h 903400"/>
                <a:gd name="csX3" fmla="*/ 0 w 61989"/>
                <a:gd name="csY3" fmla="*/ 0 h 903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61989" h="903400">
                  <a:moveTo>
                    <a:pt x="0" y="903400"/>
                  </a:moveTo>
                  <a:lnTo>
                    <a:pt x="61989" y="903400"/>
                  </a:lnTo>
                  <a:lnTo>
                    <a:pt x="6198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3F6F7"/>
            </a:solidFill>
            <a:ln w="16879" cap="flat">
              <a:noFill/>
              <a:prstDash val="solid"/>
              <a:round/>
            </a:ln>
          </p:spPr>
        </p:sp>
        <p:sp>
          <p:nvSpPr>
            <p:cNvPr id="154" name="任意形状 153">
              <a:extLst>
                <a:ext uri="{FF2B5EF4-FFF2-40B4-BE49-F238E27FC236}">
                  <a16:creationId xmlns:a16="http://schemas.microsoft.com/office/drawing/2014/main" id="{74840090-D779-8A93-1220-47150FA29B1F}"/>
                </a:ext>
              </a:extLst>
            </p:cNvPr>
            <p:cNvSpPr/>
            <p:nvPr/>
          </p:nvSpPr>
          <p:spPr>
            <a:xfrm>
              <a:off x="4199298" y="5117214"/>
              <a:ext cx="16886" cy="903400"/>
            </a:xfrm>
            <a:custGeom>
              <a:avLst/>
              <a:gdLst>
                <a:gd name="csX0" fmla="*/ 0 w 16886"/>
                <a:gd name="csY0" fmla="*/ 903400 h 903400"/>
                <a:gd name="csX1" fmla="*/ 0 w 16886"/>
                <a:gd name="csY1" fmla="*/ 0 h 903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6886" h="903400">
                  <a:moveTo>
                    <a:pt x="0" y="903400"/>
                  </a:moveTo>
                  <a:lnTo>
                    <a:pt x="0" y="0"/>
                  </a:lnTo>
                </a:path>
              </a:pathLst>
            </a:custGeom>
            <a:noFill/>
            <a:ln w="15191" cap="flat">
              <a:solidFill>
                <a:srgbClr val="7B858C"/>
              </a:solidFill>
              <a:custDash>
                <a:ds d="202500" sp="135000"/>
              </a:custDash>
              <a:round/>
            </a:ln>
          </p:spPr>
        </p:sp>
        <p:sp>
          <p:nvSpPr>
            <p:cNvPr id="155" name="任意形状 154">
              <a:extLst>
                <a:ext uri="{FF2B5EF4-FFF2-40B4-BE49-F238E27FC236}">
                  <a16:creationId xmlns:a16="http://schemas.microsoft.com/office/drawing/2014/main" id="{7A205A04-0641-594A-6D8F-534E05EA559B}"/>
                </a:ext>
              </a:extLst>
            </p:cNvPr>
            <p:cNvSpPr/>
            <p:nvPr/>
          </p:nvSpPr>
          <p:spPr>
            <a:xfrm>
              <a:off x="3131618" y="5559314"/>
              <a:ext cx="1928706" cy="16917"/>
            </a:xfrm>
            <a:custGeom>
              <a:avLst/>
              <a:gdLst>
                <a:gd name="csX0" fmla="*/ 0 w 1928706"/>
                <a:gd name="csY0" fmla="*/ 0 h 16917"/>
                <a:gd name="csX1" fmla="*/ 1928707 w 1928706"/>
                <a:gd name="csY1" fmla="*/ 0 h 169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928706" h="16917">
                  <a:moveTo>
                    <a:pt x="0" y="0"/>
                  </a:moveTo>
                  <a:lnTo>
                    <a:pt x="1928707" y="0"/>
                  </a:lnTo>
                </a:path>
              </a:pathLst>
            </a:custGeom>
            <a:noFill/>
            <a:ln w="9283" cap="sq">
              <a:solidFill>
                <a:srgbClr val="E8ECEE"/>
              </a:solidFill>
              <a:prstDash val="solid"/>
              <a:round/>
            </a:ln>
          </p:spPr>
        </p:sp>
        <p:grpSp>
          <p:nvGrpSpPr>
            <p:cNvPr id="156" name="图形 4">
              <a:extLst>
                <a:ext uri="{FF2B5EF4-FFF2-40B4-BE49-F238E27FC236}">
                  <a16:creationId xmlns:a16="http://schemas.microsoft.com/office/drawing/2014/main" id="{68FC33B2-C8F2-3FC0-9923-9E15982A9DDC}"/>
                </a:ext>
              </a:extLst>
            </p:cNvPr>
            <p:cNvGrpSpPr/>
            <p:nvPr/>
          </p:nvGrpSpPr>
          <p:grpSpPr>
            <a:xfrm>
              <a:off x="2937804" y="6020614"/>
              <a:ext cx="2126187" cy="232075"/>
              <a:chOff x="2937804" y="6020614"/>
              <a:chExt cx="2126187" cy="232075"/>
            </a:xfrm>
            <a:solidFill>
              <a:srgbClr val="000000"/>
            </a:solidFill>
          </p:grpSpPr>
          <p:grpSp>
            <p:nvGrpSpPr>
              <p:cNvPr id="157" name="图形 4">
                <a:extLst>
                  <a:ext uri="{FF2B5EF4-FFF2-40B4-BE49-F238E27FC236}">
                    <a16:creationId xmlns:a16="http://schemas.microsoft.com/office/drawing/2014/main" id="{5BCD24F2-8D78-1E0D-9C38-4C0B45BB6BD8}"/>
                  </a:ext>
                </a:extLst>
              </p:cNvPr>
              <p:cNvGrpSpPr/>
              <p:nvPr/>
            </p:nvGrpSpPr>
            <p:grpSpPr>
              <a:xfrm>
                <a:off x="2937804" y="6020614"/>
                <a:ext cx="412292" cy="232075"/>
                <a:chOff x="2937804" y="6020614"/>
                <a:chExt cx="412292" cy="232075"/>
              </a:xfrm>
              <a:solidFill>
                <a:srgbClr val="000000"/>
              </a:solidFill>
            </p:grpSpPr>
            <p:sp>
              <p:nvSpPr>
                <p:cNvPr id="158" name="任意形状 157">
                  <a:extLst>
                    <a:ext uri="{FF2B5EF4-FFF2-40B4-BE49-F238E27FC236}">
                      <a16:creationId xmlns:a16="http://schemas.microsoft.com/office/drawing/2014/main" id="{5650A65B-AD59-A0FC-C2F6-CF0ED68A0FDC}"/>
                    </a:ext>
                  </a:extLst>
                </p:cNvPr>
                <p:cNvSpPr/>
                <p:nvPr/>
              </p:nvSpPr>
              <p:spPr>
                <a:xfrm>
                  <a:off x="3166066" y="6020614"/>
                  <a:ext cx="16886" cy="42293"/>
                </a:xfrm>
                <a:custGeom>
                  <a:avLst/>
                  <a:gdLst>
                    <a:gd name="csX0" fmla="*/ 179 w 16886"/>
                    <a:gd name="csY0" fmla="*/ 345 h 42293"/>
                    <a:gd name="csX1" fmla="*/ 179 w 16886"/>
                    <a:gd name="csY1" fmla="*/ 42639 h 4229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16886" h="42293">
                      <a:moveTo>
                        <a:pt x="179" y="345"/>
                      </a:moveTo>
                      <a:lnTo>
                        <a:pt x="179" y="42639"/>
                      </a:lnTo>
                    </a:path>
                  </a:pathLst>
                </a:custGeom>
                <a:solidFill>
                  <a:srgbClr val="000000"/>
                </a:solidFill>
                <a:ln w="13503" cap="flat">
                  <a:solidFill>
                    <a:srgbClr val="000000"/>
                  </a:solidFill>
                  <a:prstDash val="solid"/>
                  <a:round/>
                </a:ln>
              </p:spPr>
            </p:sp>
            <p:sp>
              <p:nvSpPr>
                <p:cNvPr id="159" name="文本框 158">
                  <a:extLst>
                    <a:ext uri="{FF2B5EF4-FFF2-40B4-BE49-F238E27FC236}">
                      <a16:creationId xmlns:a16="http://schemas.microsoft.com/office/drawing/2014/main" id="{71965ACC-1144-389E-39DD-1B511675BBD4}"/>
                    </a:ext>
                  </a:extLst>
                </p:cNvPr>
                <p:cNvSpPr txBox="1"/>
                <p:nvPr/>
              </p:nvSpPr>
              <p:spPr>
                <a:xfrm>
                  <a:off x="2937804" y="6021857"/>
                  <a:ext cx="412292" cy="2308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zh-CN" altLang="en-US" sz="900" spc="0" baseline="0" dirty="0">
                      <a:ln/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  <a:rtl val="0"/>
                    </a:rPr>
                    <a:t>−1.5</a:t>
                  </a:r>
                </a:p>
              </p:txBody>
            </p:sp>
          </p:grpSp>
          <p:grpSp>
            <p:nvGrpSpPr>
              <p:cNvPr id="160" name="图形 4">
                <a:extLst>
                  <a:ext uri="{FF2B5EF4-FFF2-40B4-BE49-F238E27FC236}">
                    <a16:creationId xmlns:a16="http://schemas.microsoft.com/office/drawing/2014/main" id="{097E8C8A-A90F-9055-3C04-03F93A4EE280}"/>
                  </a:ext>
                </a:extLst>
              </p:cNvPr>
              <p:cNvGrpSpPr/>
              <p:nvPr/>
            </p:nvGrpSpPr>
            <p:grpSpPr>
              <a:xfrm>
                <a:off x="3626625" y="6020614"/>
                <a:ext cx="412292" cy="232075"/>
                <a:chOff x="3626625" y="6020614"/>
                <a:chExt cx="412292" cy="232075"/>
              </a:xfrm>
              <a:solidFill>
                <a:srgbClr val="000000"/>
              </a:solidFill>
            </p:grpSpPr>
            <p:sp>
              <p:nvSpPr>
                <p:cNvPr id="161" name="任意形状 160">
                  <a:extLst>
                    <a:ext uri="{FF2B5EF4-FFF2-40B4-BE49-F238E27FC236}">
                      <a16:creationId xmlns:a16="http://schemas.microsoft.com/office/drawing/2014/main" id="{A25CA919-708D-3186-2DA4-5C2CA59201E2}"/>
                    </a:ext>
                  </a:extLst>
                </p:cNvPr>
                <p:cNvSpPr/>
                <p:nvPr/>
              </p:nvSpPr>
              <p:spPr>
                <a:xfrm>
                  <a:off x="3854887" y="6020614"/>
                  <a:ext cx="16886" cy="42293"/>
                </a:xfrm>
                <a:custGeom>
                  <a:avLst/>
                  <a:gdLst>
                    <a:gd name="csX0" fmla="*/ 219 w 16886"/>
                    <a:gd name="csY0" fmla="*/ 345 h 42293"/>
                    <a:gd name="csX1" fmla="*/ 219 w 16886"/>
                    <a:gd name="csY1" fmla="*/ 42639 h 4229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16886" h="42293">
                      <a:moveTo>
                        <a:pt x="219" y="345"/>
                      </a:moveTo>
                      <a:lnTo>
                        <a:pt x="219" y="42639"/>
                      </a:lnTo>
                    </a:path>
                  </a:pathLst>
                </a:custGeom>
                <a:solidFill>
                  <a:srgbClr val="000000"/>
                </a:solidFill>
                <a:ln w="13503" cap="flat">
                  <a:solidFill>
                    <a:srgbClr val="000000"/>
                  </a:solidFill>
                  <a:prstDash val="solid"/>
                  <a:round/>
                </a:ln>
              </p:spPr>
            </p:sp>
            <p:sp>
              <p:nvSpPr>
                <p:cNvPr id="162" name="文本框 161">
                  <a:extLst>
                    <a:ext uri="{FF2B5EF4-FFF2-40B4-BE49-F238E27FC236}">
                      <a16:creationId xmlns:a16="http://schemas.microsoft.com/office/drawing/2014/main" id="{2B50134C-8FA6-D4F5-7EBA-042E54108C50}"/>
                    </a:ext>
                  </a:extLst>
                </p:cNvPr>
                <p:cNvSpPr txBox="1"/>
                <p:nvPr/>
              </p:nvSpPr>
              <p:spPr>
                <a:xfrm>
                  <a:off x="3626625" y="6021857"/>
                  <a:ext cx="412292" cy="2308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zh-CN" altLang="en-US" sz="900" spc="0" baseline="0">
                      <a:ln/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  <a:rtl val="0"/>
                    </a:rPr>
                    <a:t>−0.5</a:t>
                  </a:r>
                </a:p>
              </p:txBody>
            </p:sp>
          </p:grpSp>
          <p:grpSp>
            <p:nvGrpSpPr>
              <p:cNvPr id="163" name="图形 4">
                <a:extLst>
                  <a:ext uri="{FF2B5EF4-FFF2-40B4-BE49-F238E27FC236}">
                    <a16:creationId xmlns:a16="http://schemas.microsoft.com/office/drawing/2014/main" id="{026AE905-5CB0-B445-C059-BF5399610FE1}"/>
                  </a:ext>
                </a:extLst>
              </p:cNvPr>
              <p:cNvGrpSpPr/>
              <p:nvPr/>
            </p:nvGrpSpPr>
            <p:grpSpPr>
              <a:xfrm>
                <a:off x="4374614" y="6020614"/>
                <a:ext cx="344966" cy="232075"/>
                <a:chOff x="4374614" y="6020614"/>
                <a:chExt cx="344966" cy="232075"/>
              </a:xfrm>
              <a:solidFill>
                <a:srgbClr val="000000"/>
              </a:solidFill>
            </p:grpSpPr>
            <p:sp>
              <p:nvSpPr>
                <p:cNvPr id="164" name="任意形状 163">
                  <a:extLst>
                    <a:ext uri="{FF2B5EF4-FFF2-40B4-BE49-F238E27FC236}">
                      <a16:creationId xmlns:a16="http://schemas.microsoft.com/office/drawing/2014/main" id="{309C6D30-1921-6CFE-EF05-73CBD04327E3}"/>
                    </a:ext>
                  </a:extLst>
                </p:cNvPr>
                <p:cNvSpPr/>
                <p:nvPr/>
              </p:nvSpPr>
              <p:spPr>
                <a:xfrm>
                  <a:off x="4543709" y="6020614"/>
                  <a:ext cx="16886" cy="42293"/>
                </a:xfrm>
                <a:custGeom>
                  <a:avLst/>
                  <a:gdLst>
                    <a:gd name="csX0" fmla="*/ 260 w 16886"/>
                    <a:gd name="csY0" fmla="*/ 345 h 42293"/>
                    <a:gd name="csX1" fmla="*/ 260 w 16886"/>
                    <a:gd name="csY1" fmla="*/ 42639 h 4229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16886" h="42293">
                      <a:moveTo>
                        <a:pt x="260" y="345"/>
                      </a:moveTo>
                      <a:lnTo>
                        <a:pt x="260" y="42639"/>
                      </a:lnTo>
                    </a:path>
                  </a:pathLst>
                </a:custGeom>
                <a:solidFill>
                  <a:srgbClr val="000000"/>
                </a:solidFill>
                <a:ln w="13503" cap="flat">
                  <a:solidFill>
                    <a:srgbClr val="000000"/>
                  </a:solidFill>
                  <a:prstDash val="solid"/>
                  <a:round/>
                </a:ln>
              </p:spPr>
            </p:sp>
            <p:sp>
              <p:nvSpPr>
                <p:cNvPr id="165" name="文本框 164">
                  <a:extLst>
                    <a:ext uri="{FF2B5EF4-FFF2-40B4-BE49-F238E27FC236}">
                      <a16:creationId xmlns:a16="http://schemas.microsoft.com/office/drawing/2014/main" id="{8FE91E07-890C-1E2D-B0C0-EB7113586485}"/>
                    </a:ext>
                  </a:extLst>
                </p:cNvPr>
                <p:cNvSpPr txBox="1"/>
                <p:nvPr/>
              </p:nvSpPr>
              <p:spPr>
                <a:xfrm>
                  <a:off x="4374614" y="6021857"/>
                  <a:ext cx="344966" cy="2308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zh-CN" altLang="en-US" sz="900" spc="0" baseline="0">
                      <a:ln/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  <a:rtl val="0"/>
                    </a:rPr>
                    <a:t>0.5</a:t>
                  </a:r>
                </a:p>
              </p:txBody>
            </p:sp>
          </p:grpSp>
          <p:grpSp>
            <p:nvGrpSpPr>
              <p:cNvPr id="166" name="图形 4">
                <a:extLst>
                  <a:ext uri="{FF2B5EF4-FFF2-40B4-BE49-F238E27FC236}">
                    <a16:creationId xmlns:a16="http://schemas.microsoft.com/office/drawing/2014/main" id="{B39B85CF-2F00-EDA1-801F-96F8E3AAE07E}"/>
                  </a:ext>
                </a:extLst>
              </p:cNvPr>
              <p:cNvGrpSpPr/>
              <p:nvPr/>
            </p:nvGrpSpPr>
            <p:grpSpPr>
              <a:xfrm>
                <a:off x="4719025" y="6020614"/>
                <a:ext cx="344966" cy="232075"/>
                <a:chOff x="4719025" y="6020614"/>
                <a:chExt cx="344966" cy="232075"/>
              </a:xfrm>
              <a:solidFill>
                <a:srgbClr val="000000"/>
              </a:solidFill>
            </p:grpSpPr>
            <p:sp>
              <p:nvSpPr>
                <p:cNvPr id="167" name="任意形状 166">
                  <a:extLst>
                    <a:ext uri="{FF2B5EF4-FFF2-40B4-BE49-F238E27FC236}">
                      <a16:creationId xmlns:a16="http://schemas.microsoft.com/office/drawing/2014/main" id="{C20E3A63-FC51-2BCF-ACE0-4E00676BD57A}"/>
                    </a:ext>
                  </a:extLst>
                </p:cNvPr>
                <p:cNvSpPr/>
                <p:nvPr/>
              </p:nvSpPr>
              <p:spPr>
                <a:xfrm>
                  <a:off x="4888119" y="6020614"/>
                  <a:ext cx="16886" cy="42293"/>
                </a:xfrm>
                <a:custGeom>
                  <a:avLst/>
                  <a:gdLst>
                    <a:gd name="csX0" fmla="*/ 281 w 16886"/>
                    <a:gd name="csY0" fmla="*/ 345 h 42293"/>
                    <a:gd name="csX1" fmla="*/ 281 w 16886"/>
                    <a:gd name="csY1" fmla="*/ 42639 h 4229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16886" h="42293">
                      <a:moveTo>
                        <a:pt x="281" y="345"/>
                      </a:moveTo>
                      <a:lnTo>
                        <a:pt x="281" y="42639"/>
                      </a:lnTo>
                    </a:path>
                  </a:pathLst>
                </a:custGeom>
                <a:solidFill>
                  <a:srgbClr val="000000"/>
                </a:solidFill>
                <a:ln w="13503" cap="flat">
                  <a:solidFill>
                    <a:srgbClr val="000000"/>
                  </a:solidFill>
                  <a:prstDash val="solid"/>
                  <a:round/>
                </a:ln>
              </p:spPr>
            </p:sp>
            <p:sp>
              <p:nvSpPr>
                <p:cNvPr id="168" name="文本框 167">
                  <a:extLst>
                    <a:ext uri="{FF2B5EF4-FFF2-40B4-BE49-F238E27FC236}">
                      <a16:creationId xmlns:a16="http://schemas.microsoft.com/office/drawing/2014/main" id="{261E1E2A-A39A-8106-CBD8-F22DED471A9D}"/>
                    </a:ext>
                  </a:extLst>
                </p:cNvPr>
                <p:cNvSpPr txBox="1"/>
                <p:nvPr/>
              </p:nvSpPr>
              <p:spPr>
                <a:xfrm>
                  <a:off x="4719025" y="6021857"/>
                  <a:ext cx="344966" cy="2308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zh-CN" altLang="en-US" sz="900" spc="0" baseline="0">
                      <a:ln/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  <a:rtl val="0"/>
                    </a:rPr>
                    <a:t>1.0</a:t>
                  </a:r>
                </a:p>
              </p:txBody>
            </p:sp>
          </p:grpSp>
        </p:grpSp>
        <p:grpSp>
          <p:nvGrpSpPr>
            <p:cNvPr id="169" name="图形 4">
              <a:extLst>
                <a:ext uri="{FF2B5EF4-FFF2-40B4-BE49-F238E27FC236}">
                  <a16:creationId xmlns:a16="http://schemas.microsoft.com/office/drawing/2014/main" id="{88C07B30-00E0-D4D8-3FC7-C3101CDEB4DF}"/>
                </a:ext>
              </a:extLst>
            </p:cNvPr>
            <p:cNvGrpSpPr/>
            <p:nvPr/>
          </p:nvGrpSpPr>
          <p:grpSpPr>
            <a:xfrm>
              <a:off x="2657238" y="5189521"/>
              <a:ext cx="383438" cy="615244"/>
              <a:chOff x="2657238" y="5189521"/>
              <a:chExt cx="383438" cy="615244"/>
            </a:xfrm>
            <a:solidFill>
              <a:srgbClr val="6C7C86"/>
            </a:solidFill>
          </p:grpSpPr>
          <p:sp>
            <p:nvSpPr>
              <p:cNvPr id="170" name="文本框 169">
                <a:extLst>
                  <a:ext uri="{FF2B5EF4-FFF2-40B4-BE49-F238E27FC236}">
                    <a16:creationId xmlns:a16="http://schemas.microsoft.com/office/drawing/2014/main" id="{2058572F-31BF-38F3-1466-F5744D689277}"/>
                  </a:ext>
                </a:extLst>
              </p:cNvPr>
              <p:cNvSpPr txBox="1"/>
              <p:nvPr/>
            </p:nvSpPr>
            <p:spPr>
              <a:xfrm>
                <a:off x="2657238" y="5189521"/>
                <a:ext cx="383438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900" spc="0" baseline="0">
                    <a:ln/>
                    <a:solidFill>
                      <a:srgbClr val="6C7C86"/>
                    </a:solidFill>
                    <a:latin typeface="Arial"/>
                    <a:cs typeface="Arial"/>
                    <a:sym typeface="Arial"/>
                    <a:rtl val="0"/>
                  </a:rPr>
                  <a:t>T24</a:t>
                </a:r>
              </a:p>
            </p:txBody>
          </p:sp>
          <p:sp>
            <p:nvSpPr>
              <p:cNvPr id="171" name="文本框 170">
                <a:extLst>
                  <a:ext uri="{FF2B5EF4-FFF2-40B4-BE49-F238E27FC236}">
                    <a16:creationId xmlns:a16="http://schemas.microsoft.com/office/drawing/2014/main" id="{A353D5F1-093A-675F-216D-6128D65A45F2}"/>
                  </a:ext>
                </a:extLst>
              </p:cNvPr>
              <p:cNvSpPr txBox="1"/>
              <p:nvPr/>
            </p:nvSpPr>
            <p:spPr>
              <a:xfrm>
                <a:off x="2657238" y="5573933"/>
                <a:ext cx="383438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900" spc="0" baseline="0">
                    <a:ln/>
                    <a:solidFill>
                      <a:srgbClr val="6C7C86"/>
                    </a:solidFill>
                    <a:latin typeface="Arial"/>
                    <a:cs typeface="Arial"/>
                    <a:sym typeface="Arial"/>
                    <a:rtl val="0"/>
                  </a:rPr>
                  <a:t>T48</a:t>
                </a:r>
              </a:p>
            </p:txBody>
          </p:sp>
        </p:grpSp>
        <p:sp>
          <p:nvSpPr>
            <p:cNvPr id="172" name="任意形状 171">
              <a:extLst>
                <a:ext uri="{FF2B5EF4-FFF2-40B4-BE49-F238E27FC236}">
                  <a16:creationId xmlns:a16="http://schemas.microsoft.com/office/drawing/2014/main" id="{F31B1B16-116E-B39B-535B-AE5C21BFDD03}"/>
                </a:ext>
              </a:extLst>
            </p:cNvPr>
            <p:cNvSpPr/>
            <p:nvPr/>
          </p:nvSpPr>
          <p:spPr>
            <a:xfrm>
              <a:off x="3131618" y="6020614"/>
              <a:ext cx="1928706" cy="16917"/>
            </a:xfrm>
            <a:custGeom>
              <a:avLst/>
              <a:gdLst>
                <a:gd name="csX0" fmla="*/ 0 w 1928706"/>
                <a:gd name="csY0" fmla="*/ 0 h 16917"/>
                <a:gd name="csX1" fmla="*/ 1928707 w 1928706"/>
                <a:gd name="csY1" fmla="*/ 0 h 169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928706" h="16917">
                  <a:moveTo>
                    <a:pt x="0" y="0"/>
                  </a:moveTo>
                  <a:lnTo>
                    <a:pt x="1928707" y="0"/>
                  </a:lnTo>
                </a:path>
              </a:pathLst>
            </a:custGeom>
            <a:noFill/>
            <a:ln w="11815" cap="sq">
              <a:solidFill>
                <a:srgbClr val="B8C2C8"/>
              </a:solidFill>
              <a:prstDash val="solid"/>
              <a:miter/>
            </a:ln>
          </p:spPr>
        </p:sp>
        <p:sp>
          <p:nvSpPr>
            <p:cNvPr id="173" name="任意形状 172">
              <a:extLst>
                <a:ext uri="{FF2B5EF4-FFF2-40B4-BE49-F238E27FC236}">
                  <a16:creationId xmlns:a16="http://schemas.microsoft.com/office/drawing/2014/main" id="{C9608B8C-1D2D-DB12-ED7D-66D2485A0647}"/>
                </a:ext>
              </a:extLst>
            </p:cNvPr>
            <p:cNvSpPr/>
            <p:nvPr/>
          </p:nvSpPr>
          <p:spPr>
            <a:xfrm>
              <a:off x="4111439" y="5386318"/>
              <a:ext cx="217291" cy="16917"/>
            </a:xfrm>
            <a:custGeom>
              <a:avLst/>
              <a:gdLst>
                <a:gd name="csX0" fmla="*/ 0 w 217291"/>
                <a:gd name="csY0" fmla="*/ 0 h 16917"/>
                <a:gd name="csX1" fmla="*/ 217291 w 217291"/>
                <a:gd name="csY1" fmla="*/ 0 h 169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17291" h="16917">
                  <a:moveTo>
                    <a:pt x="0" y="0"/>
                  </a:moveTo>
                  <a:lnTo>
                    <a:pt x="217291" y="0"/>
                  </a:lnTo>
                </a:path>
              </a:pathLst>
            </a:custGeom>
            <a:noFill/>
            <a:ln w="19411" cap="flat">
              <a:solidFill>
                <a:srgbClr val="2F6B8A"/>
              </a:solidFill>
              <a:prstDash val="solid"/>
              <a:round/>
            </a:ln>
          </p:spPr>
        </p:sp>
        <p:sp>
          <p:nvSpPr>
            <p:cNvPr id="174" name="任意形状 173">
              <a:extLst>
                <a:ext uri="{FF2B5EF4-FFF2-40B4-BE49-F238E27FC236}">
                  <a16:creationId xmlns:a16="http://schemas.microsoft.com/office/drawing/2014/main" id="{245E97D4-B20F-DC85-B10A-1E8A0766A16F}"/>
                </a:ext>
              </a:extLst>
            </p:cNvPr>
            <p:cNvSpPr/>
            <p:nvPr/>
          </p:nvSpPr>
          <p:spPr>
            <a:xfrm>
              <a:off x="4111439" y="5355866"/>
              <a:ext cx="16886" cy="60902"/>
            </a:xfrm>
            <a:custGeom>
              <a:avLst/>
              <a:gdLst>
                <a:gd name="csX0" fmla="*/ 235 w 16886"/>
                <a:gd name="csY0" fmla="*/ 61210 h 60902"/>
                <a:gd name="csX1" fmla="*/ 235 w 16886"/>
                <a:gd name="csY1" fmla="*/ 308 h 609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6886" h="60902">
                  <a:moveTo>
                    <a:pt x="235" y="61210"/>
                  </a:moveTo>
                  <a:lnTo>
                    <a:pt x="235" y="308"/>
                  </a:lnTo>
                </a:path>
              </a:pathLst>
            </a:custGeom>
            <a:solidFill>
              <a:srgbClr val="2F6B8A"/>
            </a:solidFill>
            <a:ln w="15191" cap="flat">
              <a:solidFill>
                <a:srgbClr val="2F6B8A"/>
              </a:solidFill>
              <a:prstDash val="solid"/>
              <a:round/>
            </a:ln>
          </p:spPr>
        </p:sp>
        <p:sp>
          <p:nvSpPr>
            <p:cNvPr id="175" name="任意形状 174">
              <a:extLst>
                <a:ext uri="{FF2B5EF4-FFF2-40B4-BE49-F238E27FC236}">
                  <a16:creationId xmlns:a16="http://schemas.microsoft.com/office/drawing/2014/main" id="{F10A771D-1B96-4285-2BA1-6273B240C70A}"/>
                </a:ext>
              </a:extLst>
            </p:cNvPr>
            <p:cNvSpPr/>
            <p:nvPr/>
          </p:nvSpPr>
          <p:spPr>
            <a:xfrm>
              <a:off x="4328731" y="5355866"/>
              <a:ext cx="16886" cy="60902"/>
            </a:xfrm>
            <a:custGeom>
              <a:avLst/>
              <a:gdLst>
                <a:gd name="csX0" fmla="*/ 248 w 16886"/>
                <a:gd name="csY0" fmla="*/ 61210 h 60902"/>
                <a:gd name="csX1" fmla="*/ 248 w 16886"/>
                <a:gd name="csY1" fmla="*/ 308 h 609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6886" h="60902">
                  <a:moveTo>
                    <a:pt x="248" y="61210"/>
                  </a:moveTo>
                  <a:lnTo>
                    <a:pt x="248" y="308"/>
                  </a:lnTo>
                </a:path>
              </a:pathLst>
            </a:custGeom>
            <a:solidFill>
              <a:srgbClr val="2F6B8A"/>
            </a:solidFill>
            <a:ln w="15191" cap="flat">
              <a:solidFill>
                <a:srgbClr val="2F6B8A"/>
              </a:solidFill>
              <a:prstDash val="solid"/>
              <a:round/>
            </a:ln>
          </p:spPr>
        </p:sp>
        <p:sp>
          <p:nvSpPr>
            <p:cNvPr id="176" name="任意形状 175">
              <a:extLst>
                <a:ext uri="{FF2B5EF4-FFF2-40B4-BE49-F238E27FC236}">
                  <a16:creationId xmlns:a16="http://schemas.microsoft.com/office/drawing/2014/main" id="{69B3C543-999F-B6B2-B020-1A4C40A2E08A}"/>
                </a:ext>
              </a:extLst>
            </p:cNvPr>
            <p:cNvSpPr/>
            <p:nvPr/>
          </p:nvSpPr>
          <p:spPr>
            <a:xfrm>
              <a:off x="4004600" y="5770746"/>
              <a:ext cx="292738" cy="16917"/>
            </a:xfrm>
            <a:custGeom>
              <a:avLst/>
              <a:gdLst>
                <a:gd name="csX0" fmla="*/ 0 w 292738"/>
                <a:gd name="csY0" fmla="*/ 0 h 16917"/>
                <a:gd name="csX1" fmla="*/ 292739 w 292738"/>
                <a:gd name="csY1" fmla="*/ 0 h 169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92738" h="16917">
                  <a:moveTo>
                    <a:pt x="0" y="0"/>
                  </a:moveTo>
                  <a:lnTo>
                    <a:pt x="292739" y="0"/>
                  </a:lnTo>
                </a:path>
              </a:pathLst>
            </a:custGeom>
            <a:noFill/>
            <a:ln w="19411" cap="flat">
              <a:solidFill>
                <a:srgbClr val="C65D3A"/>
              </a:solidFill>
              <a:prstDash val="solid"/>
              <a:round/>
            </a:ln>
          </p:spPr>
        </p:sp>
        <p:sp>
          <p:nvSpPr>
            <p:cNvPr id="177" name="任意形状 176">
              <a:extLst>
                <a:ext uri="{FF2B5EF4-FFF2-40B4-BE49-F238E27FC236}">
                  <a16:creationId xmlns:a16="http://schemas.microsoft.com/office/drawing/2014/main" id="{0679DDB4-D75A-3591-E0A1-384B5783858F}"/>
                </a:ext>
              </a:extLst>
            </p:cNvPr>
            <p:cNvSpPr/>
            <p:nvPr/>
          </p:nvSpPr>
          <p:spPr>
            <a:xfrm>
              <a:off x="4004600" y="5740295"/>
              <a:ext cx="16886" cy="60902"/>
            </a:xfrm>
            <a:custGeom>
              <a:avLst/>
              <a:gdLst>
                <a:gd name="csX0" fmla="*/ 228 w 16886"/>
                <a:gd name="csY0" fmla="*/ 61233 h 60902"/>
                <a:gd name="csX1" fmla="*/ 228 w 16886"/>
                <a:gd name="csY1" fmla="*/ 331 h 609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6886" h="60902">
                  <a:moveTo>
                    <a:pt x="228" y="61233"/>
                  </a:moveTo>
                  <a:lnTo>
                    <a:pt x="228" y="331"/>
                  </a:lnTo>
                </a:path>
              </a:pathLst>
            </a:custGeom>
            <a:solidFill>
              <a:srgbClr val="C65D3A"/>
            </a:solidFill>
            <a:ln w="15191" cap="flat">
              <a:solidFill>
                <a:srgbClr val="C65D3A"/>
              </a:solidFill>
              <a:prstDash val="solid"/>
              <a:round/>
            </a:ln>
          </p:spPr>
        </p:sp>
        <p:sp>
          <p:nvSpPr>
            <p:cNvPr id="178" name="任意形状 177">
              <a:extLst>
                <a:ext uri="{FF2B5EF4-FFF2-40B4-BE49-F238E27FC236}">
                  <a16:creationId xmlns:a16="http://schemas.microsoft.com/office/drawing/2014/main" id="{101041C7-52C2-90C5-1429-199A77DCA539}"/>
                </a:ext>
              </a:extLst>
            </p:cNvPr>
            <p:cNvSpPr/>
            <p:nvPr/>
          </p:nvSpPr>
          <p:spPr>
            <a:xfrm>
              <a:off x="4297339" y="5740295"/>
              <a:ext cx="16886" cy="60902"/>
            </a:xfrm>
            <a:custGeom>
              <a:avLst/>
              <a:gdLst>
                <a:gd name="csX0" fmla="*/ 246 w 16886"/>
                <a:gd name="csY0" fmla="*/ 61233 h 60902"/>
                <a:gd name="csX1" fmla="*/ 246 w 16886"/>
                <a:gd name="csY1" fmla="*/ 331 h 609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6886" h="60902">
                  <a:moveTo>
                    <a:pt x="246" y="61233"/>
                  </a:moveTo>
                  <a:lnTo>
                    <a:pt x="246" y="331"/>
                  </a:lnTo>
                </a:path>
              </a:pathLst>
            </a:custGeom>
            <a:solidFill>
              <a:srgbClr val="C65D3A"/>
            </a:solidFill>
            <a:ln w="15191" cap="flat">
              <a:solidFill>
                <a:srgbClr val="C65D3A"/>
              </a:solidFill>
              <a:prstDash val="solid"/>
              <a:round/>
            </a:ln>
          </p:spPr>
        </p:sp>
        <p:sp>
          <p:nvSpPr>
            <p:cNvPr id="179" name="文本框 178">
              <a:extLst>
                <a:ext uri="{FF2B5EF4-FFF2-40B4-BE49-F238E27FC236}">
                  <a16:creationId xmlns:a16="http://schemas.microsoft.com/office/drawing/2014/main" id="{0A9E723C-C1BF-BF3C-34F1-2ACAF1E572E5}"/>
                </a:ext>
              </a:extLst>
            </p:cNvPr>
            <p:cNvSpPr txBox="1"/>
            <p:nvPr/>
          </p:nvSpPr>
          <p:spPr>
            <a:xfrm>
              <a:off x="3040178" y="4820048"/>
              <a:ext cx="174919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900" b="1" spc="0" baseline="0" dirty="0">
                  <a:ln/>
                  <a:solidFill>
                    <a:srgbClr val="24323D"/>
                  </a:solidFill>
                  <a:latin typeface="Arial"/>
                  <a:cs typeface="Arial"/>
                  <a:sym typeface="Arial"/>
                  <a:rtl val="0"/>
                </a:rPr>
                <a:t>SIG034 Severe-or-Mild score</a:t>
              </a:r>
            </a:p>
          </p:txBody>
        </p:sp>
        <p:sp>
          <p:nvSpPr>
            <p:cNvPr id="180" name="任意形状 179">
              <a:extLst>
                <a:ext uri="{FF2B5EF4-FFF2-40B4-BE49-F238E27FC236}">
                  <a16:creationId xmlns:a16="http://schemas.microsoft.com/office/drawing/2014/main" id="{9E6C3C00-0D4A-B663-C0F2-891205FB6600}"/>
                </a:ext>
              </a:extLst>
            </p:cNvPr>
            <p:cNvSpPr/>
            <p:nvPr/>
          </p:nvSpPr>
          <p:spPr>
            <a:xfrm>
              <a:off x="4184624" y="5350791"/>
              <a:ext cx="70921" cy="71052"/>
            </a:xfrm>
            <a:custGeom>
              <a:avLst/>
              <a:gdLst>
                <a:gd name="csX0" fmla="*/ 35702 w 70921"/>
                <a:gd name="csY0" fmla="*/ 71360 h 71052"/>
                <a:gd name="csX1" fmla="*/ 60777 w 70921"/>
                <a:gd name="csY1" fmla="*/ 60955 h 71052"/>
                <a:gd name="csX2" fmla="*/ 71163 w 70921"/>
                <a:gd name="csY2" fmla="*/ 35834 h 71052"/>
                <a:gd name="csX3" fmla="*/ 60777 w 70921"/>
                <a:gd name="csY3" fmla="*/ 10713 h 71052"/>
                <a:gd name="csX4" fmla="*/ 35702 w 70921"/>
                <a:gd name="csY4" fmla="*/ 308 h 71052"/>
                <a:gd name="csX5" fmla="*/ 10627 w 70921"/>
                <a:gd name="csY5" fmla="*/ 10713 h 71052"/>
                <a:gd name="csX6" fmla="*/ 241 w 70921"/>
                <a:gd name="csY6" fmla="*/ 35834 h 71052"/>
                <a:gd name="csX7" fmla="*/ 10627 w 70921"/>
                <a:gd name="csY7" fmla="*/ 60955 h 71052"/>
                <a:gd name="csX8" fmla="*/ 35702 w 70921"/>
                <a:gd name="csY8" fmla="*/ 71360 h 710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70921" h="71052">
                  <a:moveTo>
                    <a:pt x="35702" y="71360"/>
                  </a:moveTo>
                  <a:cubicBezTo>
                    <a:pt x="45106" y="71360"/>
                    <a:pt x="54127" y="67617"/>
                    <a:pt x="60777" y="60955"/>
                  </a:cubicBezTo>
                  <a:cubicBezTo>
                    <a:pt x="67427" y="54293"/>
                    <a:pt x="71163" y="45256"/>
                    <a:pt x="71163" y="35834"/>
                  </a:cubicBezTo>
                  <a:cubicBezTo>
                    <a:pt x="71163" y="26412"/>
                    <a:pt x="67427" y="17375"/>
                    <a:pt x="60777" y="10713"/>
                  </a:cubicBezTo>
                  <a:cubicBezTo>
                    <a:pt x="54127" y="4051"/>
                    <a:pt x="45106" y="308"/>
                    <a:pt x="35702" y="308"/>
                  </a:cubicBezTo>
                  <a:cubicBezTo>
                    <a:pt x="26298" y="308"/>
                    <a:pt x="17277" y="4051"/>
                    <a:pt x="10627" y="10713"/>
                  </a:cubicBezTo>
                  <a:cubicBezTo>
                    <a:pt x="3977" y="17375"/>
                    <a:pt x="241" y="26412"/>
                    <a:pt x="241" y="35834"/>
                  </a:cubicBezTo>
                  <a:cubicBezTo>
                    <a:pt x="241" y="45256"/>
                    <a:pt x="3977" y="54293"/>
                    <a:pt x="10627" y="60955"/>
                  </a:cubicBezTo>
                  <a:cubicBezTo>
                    <a:pt x="17277" y="67617"/>
                    <a:pt x="26298" y="71360"/>
                    <a:pt x="35702" y="71360"/>
                  </a:cubicBezTo>
                  <a:close/>
                </a:path>
              </a:pathLst>
            </a:custGeom>
            <a:solidFill>
              <a:srgbClr val="FFFFFF"/>
            </a:solidFill>
            <a:ln w="15191" cap="flat">
              <a:solidFill>
                <a:srgbClr val="2F6B8A"/>
              </a:solidFill>
              <a:prstDash val="solid"/>
              <a:round/>
            </a:ln>
          </p:spPr>
        </p:sp>
        <p:sp>
          <p:nvSpPr>
            <p:cNvPr id="181" name="任意形状 180">
              <a:extLst>
                <a:ext uri="{FF2B5EF4-FFF2-40B4-BE49-F238E27FC236}">
                  <a16:creationId xmlns:a16="http://schemas.microsoft.com/office/drawing/2014/main" id="{5206B671-5DCE-A37A-48D3-53EF56088251}"/>
                </a:ext>
              </a:extLst>
            </p:cNvPr>
            <p:cNvSpPr/>
            <p:nvPr/>
          </p:nvSpPr>
          <p:spPr>
            <a:xfrm>
              <a:off x="4115509" y="5735220"/>
              <a:ext cx="70921" cy="71052"/>
            </a:xfrm>
            <a:custGeom>
              <a:avLst/>
              <a:gdLst>
                <a:gd name="csX0" fmla="*/ 237 w 70921"/>
                <a:gd name="csY0" fmla="*/ 71383 h 71052"/>
                <a:gd name="csX1" fmla="*/ 71159 w 70921"/>
                <a:gd name="csY1" fmla="*/ 71383 h 71052"/>
                <a:gd name="csX2" fmla="*/ 71159 w 70921"/>
                <a:gd name="csY2" fmla="*/ 331 h 71052"/>
                <a:gd name="csX3" fmla="*/ 237 w 70921"/>
                <a:gd name="csY3" fmla="*/ 331 h 710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0921" h="71052">
                  <a:moveTo>
                    <a:pt x="237" y="71383"/>
                  </a:moveTo>
                  <a:lnTo>
                    <a:pt x="71159" y="71383"/>
                  </a:lnTo>
                  <a:lnTo>
                    <a:pt x="71159" y="331"/>
                  </a:lnTo>
                  <a:lnTo>
                    <a:pt x="237" y="331"/>
                  </a:lnTo>
                  <a:close/>
                </a:path>
              </a:pathLst>
            </a:custGeom>
            <a:solidFill>
              <a:srgbClr val="C65D3A"/>
            </a:solidFill>
            <a:ln w="15191" cap="flat">
              <a:solidFill>
                <a:srgbClr val="C65D3A"/>
              </a:solidFill>
              <a:prstDash val="solid"/>
              <a:miter/>
            </a:ln>
          </p:spPr>
        </p:sp>
      </p:grpSp>
      <p:sp>
        <p:nvSpPr>
          <p:cNvPr id="184" name="任意形状 183">
            <a:extLst>
              <a:ext uri="{FF2B5EF4-FFF2-40B4-BE49-F238E27FC236}">
                <a16:creationId xmlns:a16="http://schemas.microsoft.com/office/drawing/2014/main" id="{9E13E0EA-6912-BDCB-4B92-B20675DB37E7}"/>
              </a:ext>
            </a:extLst>
          </p:cNvPr>
          <p:cNvSpPr/>
          <p:nvPr/>
        </p:nvSpPr>
        <p:spPr>
          <a:xfrm>
            <a:off x="10149464" y="1243687"/>
            <a:ext cx="1496106" cy="770895"/>
          </a:xfrm>
          <a:custGeom>
            <a:avLst/>
            <a:gdLst>
              <a:gd name="csX0" fmla="*/ 44799 w 1105285"/>
              <a:gd name="csY0" fmla="*/ 864561 h 864561"/>
              <a:gd name="csX1" fmla="*/ 1060470 w 1105285"/>
              <a:gd name="csY1" fmla="*/ 864561 h 864561"/>
              <a:gd name="csX2" fmla="*/ 1105285 w 1105285"/>
              <a:gd name="csY2" fmla="*/ 775120 h 864561"/>
              <a:gd name="csX3" fmla="*/ 1105285 w 1105285"/>
              <a:gd name="csY3" fmla="*/ 89437 h 864561"/>
              <a:gd name="csX4" fmla="*/ 1060470 w 1105285"/>
              <a:gd name="csY4" fmla="*/ 0 h 864561"/>
              <a:gd name="csX5" fmla="*/ 44799 w 1105285"/>
              <a:gd name="csY5" fmla="*/ 0 h 864561"/>
              <a:gd name="csX6" fmla="*/ 0 w 1105285"/>
              <a:gd name="csY6" fmla="*/ 89437 h 864561"/>
              <a:gd name="csX7" fmla="*/ 0 w 1105285"/>
              <a:gd name="csY7" fmla="*/ 775120 h 864561"/>
              <a:gd name="csX8" fmla="*/ 44799 w 1105285"/>
              <a:gd name="csY8" fmla="*/ 864561 h 86456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105285" h="864561">
                <a:moveTo>
                  <a:pt x="44799" y="864561"/>
                </a:moveTo>
                <a:lnTo>
                  <a:pt x="1060470" y="864561"/>
                </a:lnTo>
                <a:cubicBezTo>
                  <a:pt x="1090341" y="864561"/>
                  <a:pt x="1105285" y="834736"/>
                  <a:pt x="1105285" y="775120"/>
                </a:cubicBezTo>
                <a:lnTo>
                  <a:pt x="1105285" y="89437"/>
                </a:lnTo>
                <a:cubicBezTo>
                  <a:pt x="1105285" y="29813"/>
                  <a:pt x="1090341" y="0"/>
                  <a:pt x="1060470" y="0"/>
                </a:cubicBezTo>
                <a:lnTo>
                  <a:pt x="44799" y="0"/>
                </a:lnTo>
                <a:cubicBezTo>
                  <a:pt x="14927" y="0"/>
                  <a:pt x="0" y="29813"/>
                  <a:pt x="0" y="89437"/>
                </a:cubicBezTo>
                <a:lnTo>
                  <a:pt x="0" y="775120"/>
                </a:lnTo>
                <a:cubicBezTo>
                  <a:pt x="0" y="834736"/>
                  <a:pt x="14927" y="864561"/>
                  <a:pt x="44799" y="864561"/>
                </a:cubicBezTo>
                <a:close/>
              </a:path>
            </a:pathLst>
          </a:custGeom>
          <a:solidFill>
            <a:srgbClr val="F2F6F8"/>
          </a:solidFill>
          <a:ln w="13503" cap="flat">
            <a:solidFill>
              <a:srgbClr val="C9D5DC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en" altLang="zh-CN" sz="1200" dirty="0">
                <a:ln/>
                <a:solidFill>
                  <a:srgbClr val="000000"/>
                </a:solidFill>
                <a:latin typeface="Arial"/>
                <a:cs typeface="Arial"/>
                <a:rtl val="0"/>
              </a:rPr>
              <a:t>Source baseline</a:t>
            </a:r>
          </a:p>
          <a:p>
            <a:pPr algn="ctr"/>
            <a:r>
              <a:rPr lang="en" altLang="zh-CN" sz="1200" dirty="0">
                <a:ln/>
                <a:solidFill>
                  <a:srgbClr val="000000"/>
                </a:solidFill>
                <a:latin typeface="Arial"/>
                <a:cs typeface="Arial"/>
                <a:rtl val="0"/>
              </a:rPr>
              <a:t>Study-specific</a:t>
            </a:r>
          </a:p>
          <a:p>
            <a:pPr algn="ctr"/>
            <a:r>
              <a:rPr lang="en" altLang="zh-CN" sz="1200" dirty="0">
                <a:ln/>
                <a:solidFill>
                  <a:srgbClr val="000000"/>
                </a:solidFill>
                <a:latin typeface="Arial"/>
                <a:cs typeface="Arial"/>
                <a:rtl val="0"/>
              </a:rPr>
              <a:t>initial sample</a:t>
            </a:r>
          </a:p>
        </p:txBody>
      </p:sp>
      <p:sp>
        <p:nvSpPr>
          <p:cNvPr id="188" name="任意形状 187">
            <a:extLst>
              <a:ext uri="{FF2B5EF4-FFF2-40B4-BE49-F238E27FC236}">
                <a16:creationId xmlns:a16="http://schemas.microsoft.com/office/drawing/2014/main" id="{5F501744-9CA5-7D73-39AB-D022AA62E836}"/>
              </a:ext>
            </a:extLst>
          </p:cNvPr>
          <p:cNvSpPr/>
          <p:nvPr/>
        </p:nvSpPr>
        <p:spPr>
          <a:xfrm>
            <a:off x="7273475" y="5368456"/>
            <a:ext cx="4634170" cy="832753"/>
          </a:xfrm>
          <a:custGeom>
            <a:avLst/>
            <a:gdLst>
              <a:gd name="csX0" fmla="*/ 37335 w 2424653"/>
              <a:gd name="csY0" fmla="*/ 740334 h 740334"/>
              <a:gd name="csX1" fmla="*/ 2387302 w 2424653"/>
              <a:gd name="csY1" fmla="*/ 740334 h 740334"/>
              <a:gd name="csX2" fmla="*/ 2424654 w 2424653"/>
              <a:gd name="csY2" fmla="*/ 665814 h 740334"/>
              <a:gd name="csX3" fmla="*/ 2424654 w 2424653"/>
              <a:gd name="csY3" fmla="*/ 74538 h 740334"/>
              <a:gd name="csX4" fmla="*/ 2387302 w 2424653"/>
              <a:gd name="csY4" fmla="*/ 0 h 740334"/>
              <a:gd name="csX5" fmla="*/ 37335 w 2424653"/>
              <a:gd name="csY5" fmla="*/ 0 h 740334"/>
              <a:gd name="csX6" fmla="*/ 0 w 2424653"/>
              <a:gd name="csY6" fmla="*/ 74538 h 740334"/>
              <a:gd name="csX7" fmla="*/ 0 w 2424653"/>
              <a:gd name="csY7" fmla="*/ 665814 h 740334"/>
              <a:gd name="csX8" fmla="*/ 37335 w 2424653"/>
              <a:gd name="csY8" fmla="*/ 740334 h 7403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424653" h="740334">
                <a:moveTo>
                  <a:pt x="37335" y="740334"/>
                </a:moveTo>
                <a:lnTo>
                  <a:pt x="2387302" y="740334"/>
                </a:lnTo>
                <a:cubicBezTo>
                  <a:pt x="2412209" y="740334"/>
                  <a:pt x="2424654" y="715500"/>
                  <a:pt x="2424654" y="665814"/>
                </a:cubicBezTo>
                <a:lnTo>
                  <a:pt x="2424654" y="74538"/>
                </a:lnTo>
                <a:cubicBezTo>
                  <a:pt x="2424654" y="24851"/>
                  <a:pt x="2412209" y="0"/>
                  <a:pt x="2387302" y="0"/>
                </a:cubicBezTo>
                <a:lnTo>
                  <a:pt x="37335" y="0"/>
                </a:lnTo>
                <a:cubicBezTo>
                  <a:pt x="12445" y="0"/>
                  <a:pt x="0" y="24851"/>
                  <a:pt x="0" y="74538"/>
                </a:cubicBezTo>
                <a:lnTo>
                  <a:pt x="0" y="665814"/>
                </a:lnTo>
                <a:cubicBezTo>
                  <a:pt x="0" y="715500"/>
                  <a:pt x="12445" y="740334"/>
                  <a:pt x="37335" y="740334"/>
                </a:cubicBezTo>
                <a:close/>
              </a:path>
            </a:pathLst>
          </a:custGeom>
          <a:solidFill>
            <a:srgbClr val="FFF3D5"/>
          </a:solidFill>
          <a:ln w="13503" cap="flat">
            <a:solidFill>
              <a:srgbClr val="D9C889"/>
            </a:solidFill>
            <a:prstDash val="solid"/>
            <a:miter/>
          </a:ln>
        </p:spPr>
      </p:sp>
      <p:sp>
        <p:nvSpPr>
          <p:cNvPr id="189" name="文本框 188">
            <a:extLst>
              <a:ext uri="{FF2B5EF4-FFF2-40B4-BE49-F238E27FC236}">
                <a16:creationId xmlns:a16="http://schemas.microsoft.com/office/drawing/2014/main" id="{CC871377-779F-8226-1664-91C89A9BB1C6}"/>
              </a:ext>
            </a:extLst>
          </p:cNvPr>
          <p:cNvSpPr txBox="1"/>
          <p:nvPr/>
        </p:nvSpPr>
        <p:spPr>
          <a:xfrm>
            <a:off x="7347336" y="380785"/>
            <a:ext cx="2936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400" b="1" spc="0" baseline="0" dirty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b</a:t>
            </a:r>
          </a:p>
        </p:txBody>
      </p:sp>
      <p:sp>
        <p:nvSpPr>
          <p:cNvPr id="190" name="文本框 189">
            <a:extLst>
              <a:ext uri="{FF2B5EF4-FFF2-40B4-BE49-F238E27FC236}">
                <a16:creationId xmlns:a16="http://schemas.microsoft.com/office/drawing/2014/main" id="{F1100C7C-2463-A01C-8ECD-3DD8F9B7A321}"/>
              </a:ext>
            </a:extLst>
          </p:cNvPr>
          <p:cNvSpPr txBox="1"/>
          <p:nvPr/>
        </p:nvSpPr>
        <p:spPr>
          <a:xfrm>
            <a:off x="7633082" y="396398"/>
            <a:ext cx="20233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400" b="1" spc="0" baseline="0" dirty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Measurement context</a:t>
            </a:r>
          </a:p>
        </p:txBody>
      </p:sp>
      <p:sp>
        <p:nvSpPr>
          <p:cNvPr id="191" name="文本框 190">
            <a:extLst>
              <a:ext uri="{FF2B5EF4-FFF2-40B4-BE49-F238E27FC236}">
                <a16:creationId xmlns:a16="http://schemas.microsoft.com/office/drawing/2014/main" id="{28FA0D55-AB41-DA19-9C70-D2018A0D21EB}"/>
              </a:ext>
            </a:extLst>
          </p:cNvPr>
          <p:cNvSpPr txBox="1"/>
          <p:nvPr/>
        </p:nvSpPr>
        <p:spPr>
          <a:xfrm>
            <a:off x="6408765" y="1814972"/>
            <a:ext cx="1847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endParaRPr lang="zh-CN" altLang="en-US" sz="900" spc="0" baseline="0" dirty="0">
              <a:ln/>
              <a:solidFill>
                <a:srgbClr val="000000"/>
              </a:solidFill>
              <a:latin typeface="Arial"/>
              <a:cs typeface="Arial"/>
              <a:sym typeface="Arial"/>
              <a:rtl val="0"/>
            </a:endParaRPr>
          </a:p>
        </p:txBody>
      </p:sp>
      <p:grpSp>
        <p:nvGrpSpPr>
          <p:cNvPr id="192" name="图形 4">
            <a:extLst>
              <a:ext uri="{FF2B5EF4-FFF2-40B4-BE49-F238E27FC236}">
                <a16:creationId xmlns:a16="http://schemas.microsoft.com/office/drawing/2014/main" id="{F1D7410F-15E8-F929-D33C-7E25951E2E4A}"/>
              </a:ext>
            </a:extLst>
          </p:cNvPr>
          <p:cNvGrpSpPr/>
          <p:nvPr/>
        </p:nvGrpSpPr>
        <p:grpSpPr>
          <a:xfrm>
            <a:off x="6804807" y="2056109"/>
            <a:ext cx="325034" cy="388861"/>
            <a:chOff x="6269780" y="2040470"/>
            <a:chExt cx="318629" cy="345705"/>
          </a:xfrm>
          <a:solidFill>
            <a:srgbClr val="000000"/>
          </a:solidFill>
        </p:grpSpPr>
        <p:sp>
          <p:nvSpPr>
            <p:cNvPr id="193" name="文本框 192">
              <a:extLst>
                <a:ext uri="{FF2B5EF4-FFF2-40B4-BE49-F238E27FC236}">
                  <a16:creationId xmlns:a16="http://schemas.microsoft.com/office/drawing/2014/main" id="{619CCB25-5061-A041-71F2-4588877C2482}"/>
                </a:ext>
              </a:extLst>
            </p:cNvPr>
            <p:cNvSpPr txBox="1"/>
            <p:nvPr/>
          </p:nvSpPr>
          <p:spPr>
            <a:xfrm>
              <a:off x="6269780" y="2040470"/>
              <a:ext cx="181090" cy="2458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endParaRPr lang="zh-CN" altLang="en-US" sz="1197" spc="0" baseline="0" dirty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endParaRPr>
            </a:p>
          </p:txBody>
        </p:sp>
        <p:sp>
          <p:nvSpPr>
            <p:cNvPr id="194" name="文本框 193">
              <a:extLst>
                <a:ext uri="{FF2B5EF4-FFF2-40B4-BE49-F238E27FC236}">
                  <a16:creationId xmlns:a16="http://schemas.microsoft.com/office/drawing/2014/main" id="{CB041022-763E-7557-AB1A-C1052D08E2EA}"/>
                </a:ext>
              </a:extLst>
            </p:cNvPr>
            <p:cNvSpPr txBox="1"/>
            <p:nvPr/>
          </p:nvSpPr>
          <p:spPr>
            <a:xfrm>
              <a:off x="6407318" y="2140316"/>
              <a:ext cx="181091" cy="2458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endParaRPr lang="zh-CN" altLang="en-US" sz="1197" spc="0" baseline="0" dirty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endParaRPr>
            </a:p>
          </p:txBody>
        </p:sp>
      </p:grpSp>
      <p:sp>
        <p:nvSpPr>
          <p:cNvPr id="195" name="文本框 194">
            <a:extLst>
              <a:ext uri="{FF2B5EF4-FFF2-40B4-BE49-F238E27FC236}">
                <a16:creationId xmlns:a16="http://schemas.microsoft.com/office/drawing/2014/main" id="{90DE3DF9-75E5-B9B4-5E69-D44B19F1B578}"/>
              </a:ext>
            </a:extLst>
          </p:cNvPr>
          <p:cNvSpPr txBox="1"/>
          <p:nvPr/>
        </p:nvSpPr>
        <p:spPr>
          <a:xfrm>
            <a:off x="9947848" y="1306089"/>
            <a:ext cx="184731" cy="276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endParaRPr lang="zh-CN" altLang="en-US" sz="1197" dirty="0">
              <a:ln/>
              <a:solidFill>
                <a:srgbClr val="000000"/>
              </a:solidFill>
              <a:latin typeface="Arial"/>
              <a:cs typeface="Arial"/>
              <a:sym typeface="Arial"/>
              <a:rtl val="0"/>
            </a:endParaRPr>
          </a:p>
        </p:txBody>
      </p:sp>
      <p:sp>
        <p:nvSpPr>
          <p:cNvPr id="198" name="文本框 197">
            <a:extLst>
              <a:ext uri="{FF2B5EF4-FFF2-40B4-BE49-F238E27FC236}">
                <a16:creationId xmlns:a16="http://schemas.microsoft.com/office/drawing/2014/main" id="{5DE5A31E-0124-0EFE-69EB-3017B128848F}"/>
              </a:ext>
            </a:extLst>
          </p:cNvPr>
          <p:cNvSpPr txBox="1"/>
          <p:nvPr/>
        </p:nvSpPr>
        <p:spPr>
          <a:xfrm>
            <a:off x="9743317" y="2360602"/>
            <a:ext cx="184732" cy="276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endParaRPr lang="zh-CN" altLang="en-US" sz="1197" spc="0" baseline="0" dirty="0">
              <a:ln/>
              <a:solidFill>
                <a:srgbClr val="000000"/>
              </a:solidFill>
              <a:latin typeface="Arial"/>
              <a:cs typeface="Arial"/>
              <a:sym typeface="Arial"/>
              <a:rtl val="0"/>
            </a:endParaRPr>
          </a:p>
        </p:txBody>
      </p:sp>
      <p:sp>
        <p:nvSpPr>
          <p:cNvPr id="199" name="文本框 198">
            <a:extLst>
              <a:ext uri="{FF2B5EF4-FFF2-40B4-BE49-F238E27FC236}">
                <a16:creationId xmlns:a16="http://schemas.microsoft.com/office/drawing/2014/main" id="{98828721-5146-0098-E77F-6E17BB8A778A}"/>
              </a:ext>
            </a:extLst>
          </p:cNvPr>
          <p:cNvSpPr txBox="1"/>
          <p:nvPr/>
        </p:nvSpPr>
        <p:spPr>
          <a:xfrm>
            <a:off x="6431778" y="4721179"/>
            <a:ext cx="1847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endParaRPr lang="zh-CN" altLang="en-US" sz="900" spc="0" baseline="0" dirty="0">
              <a:ln/>
              <a:solidFill>
                <a:srgbClr val="000000"/>
              </a:solidFill>
              <a:latin typeface="Arial"/>
              <a:cs typeface="Arial"/>
              <a:sym typeface="Arial"/>
              <a:rtl val="0"/>
            </a:endParaRPr>
          </a:p>
        </p:txBody>
      </p:sp>
      <p:sp>
        <p:nvSpPr>
          <p:cNvPr id="207" name="文本框 206">
            <a:extLst>
              <a:ext uri="{FF2B5EF4-FFF2-40B4-BE49-F238E27FC236}">
                <a16:creationId xmlns:a16="http://schemas.microsoft.com/office/drawing/2014/main" id="{9A4A367B-48DD-C77E-08B8-795DBF33BC56}"/>
              </a:ext>
            </a:extLst>
          </p:cNvPr>
          <p:cNvSpPr txBox="1"/>
          <p:nvPr/>
        </p:nvSpPr>
        <p:spPr>
          <a:xfrm>
            <a:off x="6732273" y="3487633"/>
            <a:ext cx="1847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endParaRPr lang="zh-CN" altLang="en-US" sz="900" spc="0" baseline="0" dirty="0">
              <a:ln/>
              <a:solidFill>
                <a:srgbClr val="24323D"/>
              </a:solidFill>
              <a:latin typeface="Arial"/>
              <a:cs typeface="Arial"/>
              <a:sym typeface="Arial"/>
              <a:rtl val="0"/>
            </a:endParaRPr>
          </a:p>
        </p:txBody>
      </p:sp>
      <p:grpSp>
        <p:nvGrpSpPr>
          <p:cNvPr id="208" name="图形 4">
            <a:extLst>
              <a:ext uri="{FF2B5EF4-FFF2-40B4-BE49-F238E27FC236}">
                <a16:creationId xmlns:a16="http://schemas.microsoft.com/office/drawing/2014/main" id="{72779304-1EE8-1C72-B653-DDCBEE249A01}"/>
              </a:ext>
            </a:extLst>
          </p:cNvPr>
          <p:cNvGrpSpPr/>
          <p:nvPr/>
        </p:nvGrpSpPr>
        <p:grpSpPr>
          <a:xfrm>
            <a:off x="7395043" y="3689456"/>
            <a:ext cx="291376" cy="380982"/>
            <a:chOff x="6848385" y="3492548"/>
            <a:chExt cx="285634" cy="338701"/>
          </a:xfrm>
          <a:solidFill>
            <a:srgbClr val="24323D"/>
          </a:solidFill>
        </p:grpSpPr>
        <p:sp>
          <p:nvSpPr>
            <p:cNvPr id="209" name="文本框 208">
              <a:extLst>
                <a:ext uri="{FF2B5EF4-FFF2-40B4-BE49-F238E27FC236}">
                  <a16:creationId xmlns:a16="http://schemas.microsoft.com/office/drawing/2014/main" id="{E75A902A-B938-C099-0F44-106AF922EEFF}"/>
                </a:ext>
              </a:extLst>
            </p:cNvPr>
            <p:cNvSpPr txBox="1"/>
            <p:nvPr/>
          </p:nvSpPr>
          <p:spPr>
            <a:xfrm>
              <a:off x="6952928" y="3492548"/>
              <a:ext cx="181091" cy="2458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endParaRPr lang="zh-CN" altLang="en-US" sz="1197" spc="0" baseline="0" dirty="0">
                <a:ln/>
                <a:solidFill>
                  <a:srgbClr val="24323D"/>
                </a:solidFill>
                <a:latin typeface="Arial"/>
                <a:cs typeface="Arial"/>
                <a:sym typeface="Arial"/>
                <a:rtl val="0"/>
              </a:endParaRPr>
            </a:p>
          </p:txBody>
        </p:sp>
        <p:sp>
          <p:nvSpPr>
            <p:cNvPr id="210" name="文本框 209">
              <a:extLst>
                <a:ext uri="{FF2B5EF4-FFF2-40B4-BE49-F238E27FC236}">
                  <a16:creationId xmlns:a16="http://schemas.microsoft.com/office/drawing/2014/main" id="{83148359-5276-F2A3-351E-8740C6AA951E}"/>
                </a:ext>
              </a:extLst>
            </p:cNvPr>
            <p:cNvSpPr txBox="1"/>
            <p:nvPr/>
          </p:nvSpPr>
          <p:spPr>
            <a:xfrm>
              <a:off x="6848385" y="3585390"/>
              <a:ext cx="181091" cy="2458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endParaRPr lang="zh-CN" altLang="en-US" sz="1197" spc="0" baseline="0" dirty="0">
                <a:ln/>
                <a:solidFill>
                  <a:srgbClr val="24323D"/>
                </a:solidFill>
                <a:latin typeface="Arial"/>
                <a:cs typeface="Arial"/>
                <a:sym typeface="Arial"/>
                <a:rtl val="0"/>
              </a:endParaRPr>
            </a:p>
          </p:txBody>
        </p:sp>
      </p:grpSp>
      <p:sp>
        <p:nvSpPr>
          <p:cNvPr id="223" name="文本框 222">
            <a:extLst>
              <a:ext uri="{FF2B5EF4-FFF2-40B4-BE49-F238E27FC236}">
                <a16:creationId xmlns:a16="http://schemas.microsoft.com/office/drawing/2014/main" id="{AAE35018-B923-86B8-B74A-5D43553B4FB2}"/>
              </a:ext>
            </a:extLst>
          </p:cNvPr>
          <p:cNvSpPr txBox="1"/>
          <p:nvPr/>
        </p:nvSpPr>
        <p:spPr>
          <a:xfrm>
            <a:off x="7347336" y="5484750"/>
            <a:ext cx="4543231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100" spc="0" baseline="0" dirty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Interpretive scope</a:t>
            </a:r>
            <a:endParaRPr lang="en-US" altLang="zh-CN" sz="1100" spc="0" baseline="0" dirty="0">
              <a:ln/>
              <a:solidFill>
                <a:srgbClr val="000000"/>
              </a:solidFill>
              <a:latin typeface="Arial"/>
              <a:cs typeface="Arial"/>
              <a:sym typeface="Arial"/>
              <a:rtl val="0"/>
            </a:endParaRPr>
          </a:p>
          <a:p>
            <a:r>
              <a:rPr lang="zh-CN" altLang="en-US" sz="1100" dirty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Repeated-measurement behavior only. Clinical monitoring, prognosis,</a:t>
            </a:r>
          </a:p>
          <a:p>
            <a:r>
              <a:rPr lang="zh-CN" altLang="en-US" sz="1100" dirty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treatment response, and causal mechanisms remain unestablished.</a:t>
            </a:r>
          </a:p>
        </p:txBody>
      </p:sp>
      <p:grpSp>
        <p:nvGrpSpPr>
          <p:cNvPr id="224" name="图形 4">
            <a:extLst>
              <a:ext uri="{FF2B5EF4-FFF2-40B4-BE49-F238E27FC236}">
                <a16:creationId xmlns:a16="http://schemas.microsoft.com/office/drawing/2014/main" id="{04116C64-98E8-9FA7-3FCC-25BE2D31D010}"/>
              </a:ext>
            </a:extLst>
          </p:cNvPr>
          <p:cNvGrpSpPr/>
          <p:nvPr/>
        </p:nvGrpSpPr>
        <p:grpSpPr>
          <a:xfrm>
            <a:off x="6766256" y="5970023"/>
            <a:ext cx="184731" cy="337718"/>
            <a:chOff x="6231989" y="5520018"/>
            <a:chExt cx="181091" cy="300238"/>
          </a:xfrm>
          <a:solidFill>
            <a:srgbClr val="000000"/>
          </a:solidFill>
        </p:grpSpPr>
        <p:sp>
          <p:nvSpPr>
            <p:cNvPr id="225" name="文本框 224">
              <a:extLst>
                <a:ext uri="{FF2B5EF4-FFF2-40B4-BE49-F238E27FC236}">
                  <a16:creationId xmlns:a16="http://schemas.microsoft.com/office/drawing/2014/main" id="{D07C1FE3-8D30-8FC4-1922-F93D8670616E}"/>
                </a:ext>
              </a:extLst>
            </p:cNvPr>
            <p:cNvSpPr txBox="1"/>
            <p:nvPr/>
          </p:nvSpPr>
          <p:spPr>
            <a:xfrm>
              <a:off x="6231989" y="5520018"/>
              <a:ext cx="181091" cy="2052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endParaRPr lang="zh-CN" altLang="en-US" sz="900" spc="0" baseline="0" dirty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endParaRPr>
            </a:p>
          </p:txBody>
        </p:sp>
        <p:sp>
          <p:nvSpPr>
            <p:cNvPr id="226" name="文本框 225">
              <a:extLst>
                <a:ext uri="{FF2B5EF4-FFF2-40B4-BE49-F238E27FC236}">
                  <a16:creationId xmlns:a16="http://schemas.microsoft.com/office/drawing/2014/main" id="{17F9E088-AE6D-B428-5348-C28EF8EDD306}"/>
                </a:ext>
              </a:extLst>
            </p:cNvPr>
            <p:cNvSpPr txBox="1"/>
            <p:nvPr/>
          </p:nvSpPr>
          <p:spPr>
            <a:xfrm>
              <a:off x="6231989" y="5615042"/>
              <a:ext cx="181091" cy="20521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endParaRPr lang="zh-CN" altLang="en-US" sz="900" spc="0" baseline="0" dirty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endParaRPr>
            </a:p>
          </p:txBody>
        </p:sp>
      </p:grpSp>
      <p:sp>
        <p:nvSpPr>
          <p:cNvPr id="227" name="文本框 226">
            <a:extLst>
              <a:ext uri="{FF2B5EF4-FFF2-40B4-BE49-F238E27FC236}">
                <a16:creationId xmlns:a16="http://schemas.microsoft.com/office/drawing/2014/main" id="{D498F79D-6A08-4063-82D9-9A5BDDB47630}"/>
              </a:ext>
            </a:extLst>
          </p:cNvPr>
          <p:cNvSpPr txBox="1"/>
          <p:nvPr/>
        </p:nvSpPr>
        <p:spPr>
          <a:xfrm>
            <a:off x="198356" y="173058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400" b="1" spc="0" baseline="0" dirty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a</a:t>
            </a:r>
          </a:p>
        </p:txBody>
      </p:sp>
      <p:sp>
        <p:nvSpPr>
          <p:cNvPr id="228" name="文本框 227">
            <a:extLst>
              <a:ext uri="{FF2B5EF4-FFF2-40B4-BE49-F238E27FC236}">
                <a16:creationId xmlns:a16="http://schemas.microsoft.com/office/drawing/2014/main" id="{1E5BBE3F-9E6D-4CC3-AAAD-CCB61A270125}"/>
              </a:ext>
            </a:extLst>
          </p:cNvPr>
          <p:cNvSpPr txBox="1"/>
          <p:nvPr/>
        </p:nvSpPr>
        <p:spPr>
          <a:xfrm>
            <a:off x="538344" y="192623"/>
            <a:ext cx="14975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400" b="1" spc="0" baseline="0" dirty="0">
                <a:ln/>
                <a:solidFill>
                  <a:srgbClr val="24323D"/>
                </a:solidFill>
                <a:latin typeface="Arial"/>
                <a:cs typeface="Arial"/>
                <a:sym typeface="Arial"/>
                <a:rtl val="0"/>
              </a:rPr>
              <a:t>Landmark atlas</a:t>
            </a:r>
          </a:p>
        </p:txBody>
      </p:sp>
      <p:sp>
        <p:nvSpPr>
          <p:cNvPr id="229" name="文本框 228">
            <a:extLst>
              <a:ext uri="{FF2B5EF4-FFF2-40B4-BE49-F238E27FC236}">
                <a16:creationId xmlns:a16="http://schemas.microsoft.com/office/drawing/2014/main" id="{2546990D-4C54-5670-2D77-1270B95439C6}"/>
              </a:ext>
            </a:extLst>
          </p:cNvPr>
          <p:cNvSpPr txBox="1"/>
          <p:nvPr/>
        </p:nvSpPr>
        <p:spPr>
          <a:xfrm>
            <a:off x="538344" y="480835"/>
            <a:ext cx="490390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00" spc="0" baseline="0" dirty="0">
                <a:ln/>
                <a:solidFill>
                  <a:srgbClr val="6C7C86"/>
                </a:solidFill>
                <a:latin typeface="Arial"/>
                <a:cs typeface="Arial"/>
                <a:sym typeface="Arial"/>
                <a:rtl val="0"/>
              </a:rPr>
              <a:t>Primary-independent pooled change (95% CI); T24 and T48 are separate paired populations</a:t>
            </a:r>
          </a:p>
        </p:txBody>
      </p:sp>
      <p:sp>
        <p:nvSpPr>
          <p:cNvPr id="230" name="文本框 229">
            <a:extLst>
              <a:ext uri="{FF2B5EF4-FFF2-40B4-BE49-F238E27FC236}">
                <a16:creationId xmlns:a16="http://schemas.microsoft.com/office/drawing/2014/main" id="{D519577D-490F-CDBC-3077-F773946D5961}"/>
              </a:ext>
            </a:extLst>
          </p:cNvPr>
          <p:cNvSpPr txBox="1"/>
          <p:nvPr/>
        </p:nvSpPr>
        <p:spPr>
          <a:xfrm>
            <a:off x="1322480" y="6506258"/>
            <a:ext cx="192232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900" spc="0" baseline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Pooled within-patient change (ΔZ)</a:t>
            </a:r>
          </a:p>
        </p:txBody>
      </p:sp>
      <p:grpSp>
        <p:nvGrpSpPr>
          <p:cNvPr id="231" name="图形 4">
            <a:extLst>
              <a:ext uri="{FF2B5EF4-FFF2-40B4-BE49-F238E27FC236}">
                <a16:creationId xmlns:a16="http://schemas.microsoft.com/office/drawing/2014/main" id="{29725B4A-7CED-60DF-7CB2-F8D0A9004880}"/>
              </a:ext>
            </a:extLst>
          </p:cNvPr>
          <p:cNvGrpSpPr/>
          <p:nvPr/>
        </p:nvGrpSpPr>
        <p:grpSpPr>
          <a:xfrm>
            <a:off x="3884134" y="277390"/>
            <a:ext cx="931312" cy="200055"/>
            <a:chOff x="3884134" y="277390"/>
            <a:chExt cx="931312" cy="200055"/>
          </a:xfrm>
        </p:grpSpPr>
        <p:grpSp>
          <p:nvGrpSpPr>
            <p:cNvPr id="232" name="图形 4">
              <a:extLst>
                <a:ext uri="{FF2B5EF4-FFF2-40B4-BE49-F238E27FC236}">
                  <a16:creationId xmlns:a16="http://schemas.microsoft.com/office/drawing/2014/main" id="{C308B081-142D-17CA-BAAF-B598B818626A}"/>
                </a:ext>
              </a:extLst>
            </p:cNvPr>
            <p:cNvGrpSpPr/>
            <p:nvPr/>
          </p:nvGrpSpPr>
          <p:grpSpPr>
            <a:xfrm>
              <a:off x="3884134" y="344692"/>
              <a:ext cx="157041" cy="71052"/>
              <a:chOff x="3884134" y="344692"/>
              <a:chExt cx="157041" cy="71052"/>
            </a:xfrm>
          </p:grpSpPr>
          <p:sp>
            <p:nvSpPr>
              <p:cNvPr id="233" name="任意形状 232">
                <a:extLst>
                  <a:ext uri="{FF2B5EF4-FFF2-40B4-BE49-F238E27FC236}">
                    <a16:creationId xmlns:a16="http://schemas.microsoft.com/office/drawing/2014/main" id="{0770F883-A772-5D71-FFD9-B732702C737D}"/>
                  </a:ext>
                </a:extLst>
              </p:cNvPr>
              <p:cNvSpPr/>
              <p:nvPr/>
            </p:nvSpPr>
            <p:spPr>
              <a:xfrm>
                <a:off x="3884134" y="380218"/>
                <a:ext cx="157041" cy="16917"/>
              </a:xfrm>
              <a:custGeom>
                <a:avLst/>
                <a:gdLst>
                  <a:gd name="csX0" fmla="*/ 0 w 157041"/>
                  <a:gd name="csY0" fmla="*/ 0 h 16917"/>
                  <a:gd name="csX1" fmla="*/ 78521 w 157041"/>
                  <a:gd name="csY1" fmla="*/ 0 h 16917"/>
                  <a:gd name="csX2" fmla="*/ 157042 w 157041"/>
                  <a:gd name="csY2" fmla="*/ 0 h 1691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157041" h="16917">
                    <a:moveTo>
                      <a:pt x="0" y="0"/>
                    </a:moveTo>
                    <a:lnTo>
                      <a:pt x="78521" y="0"/>
                    </a:lnTo>
                    <a:lnTo>
                      <a:pt x="157042" y="0"/>
                    </a:lnTo>
                  </a:path>
                </a:pathLst>
              </a:custGeom>
              <a:noFill/>
              <a:ln w="19411" cap="sq">
                <a:solidFill>
                  <a:srgbClr val="2F6B8A"/>
                </a:solidFill>
                <a:prstDash val="solid"/>
                <a:round/>
              </a:ln>
            </p:spPr>
          </p:sp>
          <p:sp>
            <p:nvSpPr>
              <p:cNvPr id="234" name="任意形状 233">
                <a:extLst>
                  <a:ext uri="{FF2B5EF4-FFF2-40B4-BE49-F238E27FC236}">
                    <a16:creationId xmlns:a16="http://schemas.microsoft.com/office/drawing/2014/main" id="{1744B200-F3C1-C297-717D-6483227A0369}"/>
                  </a:ext>
                </a:extLst>
              </p:cNvPr>
              <p:cNvSpPr/>
              <p:nvPr/>
            </p:nvSpPr>
            <p:spPr>
              <a:xfrm>
                <a:off x="3927194" y="344692"/>
                <a:ext cx="70921" cy="71052"/>
              </a:xfrm>
              <a:custGeom>
                <a:avLst/>
                <a:gdLst>
                  <a:gd name="csX0" fmla="*/ 35687 w 70921"/>
                  <a:gd name="csY0" fmla="*/ 71065 h 71052"/>
                  <a:gd name="csX1" fmla="*/ 60761 w 70921"/>
                  <a:gd name="csY1" fmla="*/ 60659 h 71052"/>
                  <a:gd name="csX2" fmla="*/ 71148 w 70921"/>
                  <a:gd name="csY2" fmla="*/ 35538 h 71052"/>
                  <a:gd name="csX3" fmla="*/ 60761 w 70921"/>
                  <a:gd name="csY3" fmla="*/ 10417 h 71052"/>
                  <a:gd name="csX4" fmla="*/ 35687 w 70921"/>
                  <a:gd name="csY4" fmla="*/ 12 h 71052"/>
                  <a:gd name="csX5" fmla="*/ 10612 w 70921"/>
                  <a:gd name="csY5" fmla="*/ 10417 h 71052"/>
                  <a:gd name="csX6" fmla="*/ 226 w 70921"/>
                  <a:gd name="csY6" fmla="*/ 35538 h 71052"/>
                  <a:gd name="csX7" fmla="*/ 10612 w 70921"/>
                  <a:gd name="csY7" fmla="*/ 60659 h 71052"/>
                  <a:gd name="csX8" fmla="*/ 35687 w 70921"/>
                  <a:gd name="csY8" fmla="*/ 71065 h 7105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70921" h="71052">
                    <a:moveTo>
                      <a:pt x="35687" y="71065"/>
                    </a:moveTo>
                    <a:cubicBezTo>
                      <a:pt x="45091" y="71065"/>
                      <a:pt x="54112" y="67321"/>
                      <a:pt x="60761" y="60659"/>
                    </a:cubicBezTo>
                    <a:cubicBezTo>
                      <a:pt x="67411" y="53997"/>
                      <a:pt x="71148" y="44960"/>
                      <a:pt x="71148" y="35538"/>
                    </a:cubicBezTo>
                    <a:cubicBezTo>
                      <a:pt x="71148" y="26117"/>
                      <a:pt x="67411" y="17079"/>
                      <a:pt x="60761" y="10417"/>
                    </a:cubicBezTo>
                    <a:cubicBezTo>
                      <a:pt x="54112" y="3755"/>
                      <a:pt x="45091" y="12"/>
                      <a:pt x="35687" y="12"/>
                    </a:cubicBezTo>
                    <a:cubicBezTo>
                      <a:pt x="26282" y="12"/>
                      <a:pt x="17262" y="3755"/>
                      <a:pt x="10612" y="10417"/>
                    </a:cubicBezTo>
                    <a:cubicBezTo>
                      <a:pt x="3962" y="17079"/>
                      <a:pt x="226" y="26117"/>
                      <a:pt x="226" y="35538"/>
                    </a:cubicBezTo>
                    <a:cubicBezTo>
                      <a:pt x="226" y="44960"/>
                      <a:pt x="3962" y="53997"/>
                      <a:pt x="10612" y="60659"/>
                    </a:cubicBezTo>
                    <a:cubicBezTo>
                      <a:pt x="17262" y="67321"/>
                      <a:pt x="26282" y="71065"/>
                      <a:pt x="35687" y="71065"/>
                    </a:cubicBezTo>
                    <a:close/>
                  </a:path>
                </a:pathLst>
              </a:custGeom>
              <a:solidFill>
                <a:srgbClr val="FFFFFF"/>
              </a:solidFill>
              <a:ln w="16879" cap="flat">
                <a:solidFill>
                  <a:srgbClr val="2F6B8A"/>
                </a:solidFill>
                <a:prstDash val="solid"/>
                <a:round/>
              </a:ln>
            </p:spPr>
          </p:sp>
        </p:grpSp>
        <p:sp>
          <p:nvSpPr>
            <p:cNvPr id="235" name="文本框 234">
              <a:extLst>
                <a:ext uri="{FF2B5EF4-FFF2-40B4-BE49-F238E27FC236}">
                  <a16:creationId xmlns:a16="http://schemas.microsoft.com/office/drawing/2014/main" id="{DA7FC6AA-A8CB-6380-FBB2-2B171B7E194C}"/>
                </a:ext>
              </a:extLst>
            </p:cNvPr>
            <p:cNvSpPr txBox="1"/>
            <p:nvPr/>
          </p:nvSpPr>
          <p:spPr>
            <a:xfrm>
              <a:off x="4008604" y="277390"/>
              <a:ext cx="338554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700" b="1" spc="0" baseline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T24</a:t>
              </a:r>
            </a:p>
          </p:txBody>
        </p:sp>
        <p:grpSp>
          <p:nvGrpSpPr>
            <p:cNvPr id="236" name="图形 4">
              <a:extLst>
                <a:ext uri="{FF2B5EF4-FFF2-40B4-BE49-F238E27FC236}">
                  <a16:creationId xmlns:a16="http://schemas.microsoft.com/office/drawing/2014/main" id="{5444DD8C-1A49-5527-C9A3-543FFFB233DB}"/>
                </a:ext>
              </a:extLst>
            </p:cNvPr>
            <p:cNvGrpSpPr/>
            <p:nvPr/>
          </p:nvGrpSpPr>
          <p:grpSpPr>
            <a:xfrm>
              <a:off x="4352422" y="344692"/>
              <a:ext cx="157041" cy="71052"/>
              <a:chOff x="4352422" y="344692"/>
              <a:chExt cx="157041" cy="71052"/>
            </a:xfrm>
          </p:grpSpPr>
          <p:sp>
            <p:nvSpPr>
              <p:cNvPr id="237" name="任意形状 236">
                <a:extLst>
                  <a:ext uri="{FF2B5EF4-FFF2-40B4-BE49-F238E27FC236}">
                    <a16:creationId xmlns:a16="http://schemas.microsoft.com/office/drawing/2014/main" id="{44ECAE66-FE62-BDE1-9F8B-28A63D246F69}"/>
                  </a:ext>
                </a:extLst>
              </p:cNvPr>
              <p:cNvSpPr/>
              <p:nvPr/>
            </p:nvSpPr>
            <p:spPr>
              <a:xfrm>
                <a:off x="4352422" y="380218"/>
                <a:ext cx="157041" cy="16917"/>
              </a:xfrm>
              <a:custGeom>
                <a:avLst/>
                <a:gdLst>
                  <a:gd name="csX0" fmla="*/ 0 w 157041"/>
                  <a:gd name="csY0" fmla="*/ 0 h 16917"/>
                  <a:gd name="csX1" fmla="*/ 78521 w 157041"/>
                  <a:gd name="csY1" fmla="*/ 0 h 16917"/>
                  <a:gd name="csX2" fmla="*/ 157042 w 157041"/>
                  <a:gd name="csY2" fmla="*/ 0 h 1691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157041" h="16917">
                    <a:moveTo>
                      <a:pt x="0" y="0"/>
                    </a:moveTo>
                    <a:lnTo>
                      <a:pt x="78521" y="0"/>
                    </a:lnTo>
                    <a:lnTo>
                      <a:pt x="157042" y="0"/>
                    </a:lnTo>
                  </a:path>
                </a:pathLst>
              </a:custGeom>
              <a:noFill/>
              <a:ln w="19411" cap="sq">
                <a:solidFill>
                  <a:srgbClr val="C65D3A"/>
                </a:solidFill>
                <a:prstDash val="solid"/>
                <a:round/>
              </a:ln>
            </p:spPr>
          </p:sp>
          <p:sp>
            <p:nvSpPr>
              <p:cNvPr id="238" name="任意形状 237">
                <a:extLst>
                  <a:ext uri="{FF2B5EF4-FFF2-40B4-BE49-F238E27FC236}">
                    <a16:creationId xmlns:a16="http://schemas.microsoft.com/office/drawing/2014/main" id="{427673CC-89EF-3C26-E7E7-428B096B18A9}"/>
                  </a:ext>
                </a:extLst>
              </p:cNvPr>
              <p:cNvSpPr/>
              <p:nvPr/>
            </p:nvSpPr>
            <p:spPr>
              <a:xfrm>
                <a:off x="4395482" y="344692"/>
                <a:ext cx="70921" cy="71052"/>
              </a:xfrm>
              <a:custGeom>
                <a:avLst/>
                <a:gdLst>
                  <a:gd name="csX0" fmla="*/ 254 w 70921"/>
                  <a:gd name="csY0" fmla="*/ 71065 h 71052"/>
                  <a:gd name="csX1" fmla="*/ 71176 w 70921"/>
                  <a:gd name="csY1" fmla="*/ 71065 h 71052"/>
                  <a:gd name="csX2" fmla="*/ 71176 w 70921"/>
                  <a:gd name="csY2" fmla="*/ 12 h 71052"/>
                  <a:gd name="csX3" fmla="*/ 254 w 70921"/>
                  <a:gd name="csY3" fmla="*/ 12 h 7105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0921" h="71052">
                    <a:moveTo>
                      <a:pt x="254" y="71065"/>
                    </a:moveTo>
                    <a:lnTo>
                      <a:pt x="71176" y="71065"/>
                    </a:lnTo>
                    <a:lnTo>
                      <a:pt x="71176" y="12"/>
                    </a:lnTo>
                    <a:lnTo>
                      <a:pt x="254" y="12"/>
                    </a:lnTo>
                    <a:close/>
                  </a:path>
                </a:pathLst>
              </a:custGeom>
              <a:solidFill>
                <a:srgbClr val="C65D3A"/>
              </a:solidFill>
              <a:ln w="16879" cap="flat">
                <a:solidFill>
                  <a:srgbClr val="C65D3A"/>
                </a:solidFill>
                <a:prstDash val="solid"/>
                <a:miter/>
              </a:ln>
            </p:spPr>
          </p:sp>
        </p:grpSp>
        <p:sp>
          <p:nvSpPr>
            <p:cNvPr id="239" name="文本框 238">
              <a:extLst>
                <a:ext uri="{FF2B5EF4-FFF2-40B4-BE49-F238E27FC236}">
                  <a16:creationId xmlns:a16="http://schemas.microsoft.com/office/drawing/2014/main" id="{46DC67AE-2037-85DB-C11A-E5C0FA472825}"/>
                </a:ext>
              </a:extLst>
            </p:cNvPr>
            <p:cNvSpPr txBox="1"/>
            <p:nvPr/>
          </p:nvSpPr>
          <p:spPr>
            <a:xfrm>
              <a:off x="4476892" y="277390"/>
              <a:ext cx="338554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700" b="1" spc="0" baseline="0" dirty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T48</a:t>
              </a:r>
            </a:p>
          </p:txBody>
        </p:sp>
      </p:grpSp>
      <p:sp>
        <p:nvSpPr>
          <p:cNvPr id="240" name="任意形状 239">
            <a:extLst>
              <a:ext uri="{FF2B5EF4-FFF2-40B4-BE49-F238E27FC236}">
                <a16:creationId xmlns:a16="http://schemas.microsoft.com/office/drawing/2014/main" id="{C3BB178A-A096-48C7-48C7-7854D0281AC8}"/>
              </a:ext>
            </a:extLst>
          </p:cNvPr>
          <p:cNvSpPr/>
          <p:nvPr/>
        </p:nvSpPr>
        <p:spPr>
          <a:xfrm>
            <a:off x="7508486" y="1243688"/>
            <a:ext cx="1496106" cy="770895"/>
          </a:xfrm>
          <a:custGeom>
            <a:avLst/>
            <a:gdLst>
              <a:gd name="csX0" fmla="*/ 44799 w 1105285"/>
              <a:gd name="csY0" fmla="*/ 864561 h 864561"/>
              <a:gd name="csX1" fmla="*/ 1060470 w 1105285"/>
              <a:gd name="csY1" fmla="*/ 864561 h 864561"/>
              <a:gd name="csX2" fmla="*/ 1105285 w 1105285"/>
              <a:gd name="csY2" fmla="*/ 775120 h 864561"/>
              <a:gd name="csX3" fmla="*/ 1105285 w 1105285"/>
              <a:gd name="csY3" fmla="*/ 89437 h 864561"/>
              <a:gd name="csX4" fmla="*/ 1060470 w 1105285"/>
              <a:gd name="csY4" fmla="*/ 0 h 864561"/>
              <a:gd name="csX5" fmla="*/ 44799 w 1105285"/>
              <a:gd name="csY5" fmla="*/ 0 h 864561"/>
              <a:gd name="csX6" fmla="*/ 0 w 1105285"/>
              <a:gd name="csY6" fmla="*/ 89437 h 864561"/>
              <a:gd name="csX7" fmla="*/ 0 w 1105285"/>
              <a:gd name="csY7" fmla="*/ 775120 h 864561"/>
              <a:gd name="csX8" fmla="*/ 44799 w 1105285"/>
              <a:gd name="csY8" fmla="*/ 864561 h 86456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105285" h="864561">
                <a:moveTo>
                  <a:pt x="44799" y="864561"/>
                </a:moveTo>
                <a:lnTo>
                  <a:pt x="1060470" y="864561"/>
                </a:lnTo>
                <a:cubicBezTo>
                  <a:pt x="1090341" y="864561"/>
                  <a:pt x="1105285" y="834736"/>
                  <a:pt x="1105285" y="775120"/>
                </a:cubicBezTo>
                <a:lnTo>
                  <a:pt x="1105285" y="89437"/>
                </a:lnTo>
                <a:cubicBezTo>
                  <a:pt x="1105285" y="29813"/>
                  <a:pt x="1090341" y="0"/>
                  <a:pt x="1060470" y="0"/>
                </a:cubicBezTo>
                <a:lnTo>
                  <a:pt x="44799" y="0"/>
                </a:lnTo>
                <a:cubicBezTo>
                  <a:pt x="14927" y="0"/>
                  <a:pt x="0" y="29813"/>
                  <a:pt x="0" y="89437"/>
                </a:cubicBezTo>
                <a:lnTo>
                  <a:pt x="0" y="775120"/>
                </a:lnTo>
                <a:cubicBezTo>
                  <a:pt x="0" y="834736"/>
                  <a:pt x="14927" y="864561"/>
                  <a:pt x="44799" y="864561"/>
                </a:cubicBezTo>
                <a:close/>
              </a:path>
            </a:pathLst>
          </a:custGeom>
          <a:solidFill>
            <a:srgbClr val="F2F6F8"/>
          </a:solidFill>
          <a:ln w="13503" cap="flat">
            <a:solidFill>
              <a:srgbClr val="C9D5DC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zh-CN" altLang="en-US" sz="1200" dirty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Published formula</a:t>
            </a:r>
            <a:endParaRPr lang="en-US" altLang="zh-CN" sz="1200" dirty="0">
              <a:ln/>
              <a:solidFill>
                <a:srgbClr val="000000"/>
              </a:solidFill>
              <a:latin typeface="Arial"/>
              <a:cs typeface="Arial"/>
              <a:sym typeface="Arial"/>
              <a:rtl val="0"/>
            </a:endParaRPr>
          </a:p>
          <a:p>
            <a:pPr algn="ctr"/>
            <a:r>
              <a:rPr lang="zh-CN" altLang="en-US" sz="1200" dirty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Genes, coefficients</a:t>
            </a:r>
          </a:p>
          <a:p>
            <a:pPr algn="ctr"/>
            <a:r>
              <a:rPr lang="zh-CN" altLang="en-US" sz="1200" dirty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and direction</a:t>
            </a:r>
            <a:endParaRPr lang="en-US" altLang="zh-CN" sz="1200" dirty="0">
              <a:ln/>
              <a:solidFill>
                <a:srgbClr val="000000"/>
              </a:solidFill>
              <a:latin typeface="Arial"/>
              <a:cs typeface="Arial"/>
              <a:sym typeface="Arial"/>
              <a:rtl val="0"/>
            </a:endParaRPr>
          </a:p>
        </p:txBody>
      </p:sp>
      <p:sp>
        <p:nvSpPr>
          <p:cNvPr id="241" name="任意形状 240">
            <a:extLst>
              <a:ext uri="{FF2B5EF4-FFF2-40B4-BE49-F238E27FC236}">
                <a16:creationId xmlns:a16="http://schemas.microsoft.com/office/drawing/2014/main" id="{9557D2A3-F640-1D74-CFD7-D420568EDCCC}"/>
              </a:ext>
            </a:extLst>
          </p:cNvPr>
          <p:cNvSpPr/>
          <p:nvPr/>
        </p:nvSpPr>
        <p:spPr>
          <a:xfrm>
            <a:off x="8457026" y="2529066"/>
            <a:ext cx="2267068" cy="770895"/>
          </a:xfrm>
          <a:custGeom>
            <a:avLst/>
            <a:gdLst>
              <a:gd name="csX0" fmla="*/ 44799 w 1105285"/>
              <a:gd name="csY0" fmla="*/ 864561 h 864561"/>
              <a:gd name="csX1" fmla="*/ 1060470 w 1105285"/>
              <a:gd name="csY1" fmla="*/ 864561 h 864561"/>
              <a:gd name="csX2" fmla="*/ 1105285 w 1105285"/>
              <a:gd name="csY2" fmla="*/ 775120 h 864561"/>
              <a:gd name="csX3" fmla="*/ 1105285 w 1105285"/>
              <a:gd name="csY3" fmla="*/ 89437 h 864561"/>
              <a:gd name="csX4" fmla="*/ 1060470 w 1105285"/>
              <a:gd name="csY4" fmla="*/ 0 h 864561"/>
              <a:gd name="csX5" fmla="*/ 44799 w 1105285"/>
              <a:gd name="csY5" fmla="*/ 0 h 864561"/>
              <a:gd name="csX6" fmla="*/ 0 w 1105285"/>
              <a:gd name="csY6" fmla="*/ 89437 h 864561"/>
              <a:gd name="csX7" fmla="*/ 0 w 1105285"/>
              <a:gd name="csY7" fmla="*/ 775120 h 864561"/>
              <a:gd name="csX8" fmla="*/ 44799 w 1105285"/>
              <a:gd name="csY8" fmla="*/ 864561 h 86456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105285" h="864561">
                <a:moveTo>
                  <a:pt x="44799" y="864561"/>
                </a:moveTo>
                <a:lnTo>
                  <a:pt x="1060470" y="864561"/>
                </a:lnTo>
                <a:cubicBezTo>
                  <a:pt x="1090341" y="864561"/>
                  <a:pt x="1105285" y="834736"/>
                  <a:pt x="1105285" y="775120"/>
                </a:cubicBezTo>
                <a:lnTo>
                  <a:pt x="1105285" y="89437"/>
                </a:lnTo>
                <a:cubicBezTo>
                  <a:pt x="1105285" y="29813"/>
                  <a:pt x="1090341" y="0"/>
                  <a:pt x="1060470" y="0"/>
                </a:cubicBezTo>
                <a:lnTo>
                  <a:pt x="44799" y="0"/>
                </a:lnTo>
                <a:cubicBezTo>
                  <a:pt x="14927" y="0"/>
                  <a:pt x="0" y="29813"/>
                  <a:pt x="0" y="89437"/>
                </a:cubicBezTo>
                <a:lnTo>
                  <a:pt x="0" y="775120"/>
                </a:lnTo>
                <a:cubicBezTo>
                  <a:pt x="0" y="834736"/>
                  <a:pt x="14927" y="864561"/>
                  <a:pt x="44799" y="864561"/>
                </a:cubicBez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13503" cap="flat">
            <a:solidFill>
              <a:srgbClr val="C9D5DC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zh-CN" altLang="en-US" sz="1200" dirty="0">
                <a:ln/>
                <a:solidFill>
                  <a:srgbClr val="24323D"/>
                </a:solidFill>
                <a:latin typeface="Arial"/>
                <a:cs typeface="Arial"/>
                <a:sym typeface="Arial"/>
                <a:rtl val="0"/>
              </a:rPr>
              <a:t>Longitudinal interpretation</a:t>
            </a:r>
            <a:endParaRPr lang="en-US" altLang="zh-CN" sz="1200" dirty="0">
              <a:ln/>
              <a:solidFill>
                <a:srgbClr val="24323D"/>
              </a:solidFill>
              <a:latin typeface="Arial"/>
              <a:cs typeface="Arial"/>
              <a:sym typeface="Arial"/>
              <a:rtl val="0"/>
            </a:endParaRPr>
          </a:p>
          <a:p>
            <a:pPr algn="ctr"/>
            <a:r>
              <a:rPr lang="zh-CN" altLang="en-US" sz="1200" dirty="0">
                <a:ln/>
                <a:solidFill>
                  <a:srgbClr val="24323D"/>
                </a:solidFill>
                <a:latin typeface="Arial"/>
                <a:cs typeface="Arial"/>
                <a:sym typeface="Arial"/>
                <a:rtl val="0"/>
              </a:rPr>
              <a:t>Landmark change + </a:t>
            </a:r>
            <a:endParaRPr lang="en-US" altLang="zh-CN" sz="1200" dirty="0">
              <a:ln/>
              <a:solidFill>
                <a:srgbClr val="24323D"/>
              </a:solidFill>
              <a:latin typeface="Arial"/>
              <a:cs typeface="Arial"/>
              <a:sym typeface="Arial"/>
              <a:rtl val="0"/>
            </a:endParaRPr>
          </a:p>
          <a:p>
            <a:pPr algn="ctr"/>
            <a:r>
              <a:rPr lang="zh-CN" altLang="en-US" sz="1200" dirty="0">
                <a:ln/>
                <a:solidFill>
                  <a:srgbClr val="24323D"/>
                </a:solidFill>
                <a:latin typeface="Arial"/>
                <a:cs typeface="Arial"/>
                <a:sym typeface="Arial"/>
                <a:rtl val="0"/>
              </a:rPr>
              <a:t>gene-contribution pattern</a:t>
            </a:r>
          </a:p>
        </p:txBody>
      </p:sp>
      <p:sp>
        <p:nvSpPr>
          <p:cNvPr id="242" name="任意形状 241">
            <a:extLst>
              <a:ext uri="{FF2B5EF4-FFF2-40B4-BE49-F238E27FC236}">
                <a16:creationId xmlns:a16="http://schemas.microsoft.com/office/drawing/2014/main" id="{B4668484-B665-18FF-0029-AE4FCE48EEE0}"/>
              </a:ext>
            </a:extLst>
          </p:cNvPr>
          <p:cNvSpPr/>
          <p:nvPr/>
        </p:nvSpPr>
        <p:spPr>
          <a:xfrm>
            <a:off x="7508486" y="3814446"/>
            <a:ext cx="1496106" cy="770895"/>
          </a:xfrm>
          <a:custGeom>
            <a:avLst/>
            <a:gdLst>
              <a:gd name="csX0" fmla="*/ 44799 w 1105285"/>
              <a:gd name="csY0" fmla="*/ 864561 h 864561"/>
              <a:gd name="csX1" fmla="*/ 1060470 w 1105285"/>
              <a:gd name="csY1" fmla="*/ 864561 h 864561"/>
              <a:gd name="csX2" fmla="*/ 1105285 w 1105285"/>
              <a:gd name="csY2" fmla="*/ 775120 h 864561"/>
              <a:gd name="csX3" fmla="*/ 1105285 w 1105285"/>
              <a:gd name="csY3" fmla="*/ 89437 h 864561"/>
              <a:gd name="csX4" fmla="*/ 1060470 w 1105285"/>
              <a:gd name="csY4" fmla="*/ 0 h 864561"/>
              <a:gd name="csX5" fmla="*/ 44799 w 1105285"/>
              <a:gd name="csY5" fmla="*/ 0 h 864561"/>
              <a:gd name="csX6" fmla="*/ 0 w 1105285"/>
              <a:gd name="csY6" fmla="*/ 89437 h 864561"/>
              <a:gd name="csX7" fmla="*/ 0 w 1105285"/>
              <a:gd name="csY7" fmla="*/ 775120 h 864561"/>
              <a:gd name="csX8" fmla="*/ 44799 w 1105285"/>
              <a:gd name="csY8" fmla="*/ 864561 h 86456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105285" h="864561">
                <a:moveTo>
                  <a:pt x="44799" y="864561"/>
                </a:moveTo>
                <a:lnTo>
                  <a:pt x="1060470" y="864561"/>
                </a:lnTo>
                <a:cubicBezTo>
                  <a:pt x="1090341" y="864561"/>
                  <a:pt x="1105285" y="834736"/>
                  <a:pt x="1105285" y="775120"/>
                </a:cubicBezTo>
                <a:lnTo>
                  <a:pt x="1105285" y="89437"/>
                </a:lnTo>
                <a:cubicBezTo>
                  <a:pt x="1105285" y="29813"/>
                  <a:pt x="1090341" y="0"/>
                  <a:pt x="1060470" y="0"/>
                </a:cubicBezTo>
                <a:lnTo>
                  <a:pt x="44799" y="0"/>
                </a:lnTo>
                <a:cubicBezTo>
                  <a:pt x="14927" y="0"/>
                  <a:pt x="0" y="29813"/>
                  <a:pt x="0" y="89437"/>
                </a:cubicBezTo>
                <a:lnTo>
                  <a:pt x="0" y="775120"/>
                </a:lnTo>
                <a:cubicBezTo>
                  <a:pt x="0" y="834736"/>
                  <a:pt x="14927" y="864561"/>
                  <a:pt x="44799" y="864561"/>
                </a:cubicBezTo>
                <a:close/>
              </a:path>
            </a:pathLst>
          </a:custGeom>
          <a:solidFill>
            <a:srgbClr val="F2F6F8"/>
          </a:solidFill>
          <a:ln w="13503" cap="flat">
            <a:solidFill>
              <a:srgbClr val="C9D5DC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zh-CN" altLang="en-US" sz="1200" dirty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Sampling window</a:t>
            </a:r>
            <a:endParaRPr lang="en-US" altLang="zh-CN" sz="1200" dirty="0">
              <a:ln/>
              <a:solidFill>
                <a:srgbClr val="000000"/>
              </a:solidFill>
              <a:latin typeface="Arial"/>
              <a:cs typeface="Arial"/>
              <a:sym typeface="Arial"/>
              <a:rtl val="0"/>
            </a:endParaRPr>
          </a:p>
          <a:p>
            <a:pPr algn="ctr"/>
            <a:r>
              <a:rPr lang="zh-CN" altLang="en-US" sz="1200" dirty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T24 and T48</a:t>
            </a:r>
          </a:p>
          <a:p>
            <a:pPr algn="ctr"/>
            <a:r>
              <a:rPr lang="zh-CN" altLang="en-US" sz="1200" dirty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remain distinct</a:t>
            </a:r>
          </a:p>
        </p:txBody>
      </p:sp>
      <p:sp>
        <p:nvSpPr>
          <p:cNvPr id="244" name="任意形状 243">
            <a:extLst>
              <a:ext uri="{FF2B5EF4-FFF2-40B4-BE49-F238E27FC236}">
                <a16:creationId xmlns:a16="http://schemas.microsoft.com/office/drawing/2014/main" id="{BDB8418C-2DB4-8C32-6529-CAFF2863FD0E}"/>
              </a:ext>
            </a:extLst>
          </p:cNvPr>
          <p:cNvSpPr/>
          <p:nvPr/>
        </p:nvSpPr>
        <p:spPr>
          <a:xfrm>
            <a:off x="10168714" y="3814445"/>
            <a:ext cx="1496106" cy="770895"/>
          </a:xfrm>
          <a:custGeom>
            <a:avLst/>
            <a:gdLst>
              <a:gd name="csX0" fmla="*/ 44799 w 1105285"/>
              <a:gd name="csY0" fmla="*/ 864561 h 864561"/>
              <a:gd name="csX1" fmla="*/ 1060470 w 1105285"/>
              <a:gd name="csY1" fmla="*/ 864561 h 864561"/>
              <a:gd name="csX2" fmla="*/ 1105285 w 1105285"/>
              <a:gd name="csY2" fmla="*/ 775120 h 864561"/>
              <a:gd name="csX3" fmla="*/ 1105285 w 1105285"/>
              <a:gd name="csY3" fmla="*/ 89437 h 864561"/>
              <a:gd name="csX4" fmla="*/ 1060470 w 1105285"/>
              <a:gd name="csY4" fmla="*/ 0 h 864561"/>
              <a:gd name="csX5" fmla="*/ 44799 w 1105285"/>
              <a:gd name="csY5" fmla="*/ 0 h 864561"/>
              <a:gd name="csX6" fmla="*/ 0 w 1105285"/>
              <a:gd name="csY6" fmla="*/ 89437 h 864561"/>
              <a:gd name="csX7" fmla="*/ 0 w 1105285"/>
              <a:gd name="csY7" fmla="*/ 775120 h 864561"/>
              <a:gd name="csX8" fmla="*/ 44799 w 1105285"/>
              <a:gd name="csY8" fmla="*/ 864561 h 86456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105285" h="864561">
                <a:moveTo>
                  <a:pt x="44799" y="864561"/>
                </a:moveTo>
                <a:lnTo>
                  <a:pt x="1060470" y="864561"/>
                </a:lnTo>
                <a:cubicBezTo>
                  <a:pt x="1090341" y="864561"/>
                  <a:pt x="1105285" y="834736"/>
                  <a:pt x="1105285" y="775120"/>
                </a:cubicBezTo>
                <a:lnTo>
                  <a:pt x="1105285" y="89437"/>
                </a:lnTo>
                <a:cubicBezTo>
                  <a:pt x="1105285" y="29813"/>
                  <a:pt x="1090341" y="0"/>
                  <a:pt x="1060470" y="0"/>
                </a:cubicBezTo>
                <a:lnTo>
                  <a:pt x="44799" y="0"/>
                </a:lnTo>
                <a:cubicBezTo>
                  <a:pt x="14927" y="0"/>
                  <a:pt x="0" y="29813"/>
                  <a:pt x="0" y="89437"/>
                </a:cubicBezTo>
                <a:lnTo>
                  <a:pt x="0" y="775120"/>
                </a:lnTo>
                <a:cubicBezTo>
                  <a:pt x="0" y="834736"/>
                  <a:pt x="14927" y="864561"/>
                  <a:pt x="44799" y="864561"/>
                </a:cubicBezTo>
                <a:close/>
              </a:path>
            </a:pathLst>
          </a:custGeom>
          <a:solidFill>
            <a:srgbClr val="F2F6F8"/>
          </a:solidFill>
          <a:ln w="13503" cap="flat">
            <a:solidFill>
              <a:srgbClr val="C9D5DC"/>
            </a:solidFill>
            <a:prstDash val="solid"/>
            <a:miter/>
          </a:ln>
        </p:spPr>
        <p:txBody>
          <a:bodyPr anchor="ctr"/>
          <a:lstStyle/>
          <a:p>
            <a:pPr algn="ctr"/>
            <a:r>
              <a:rPr lang="zh-CN" altLang="en-US" sz="1200" dirty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Cohort evidence</a:t>
            </a:r>
            <a:endParaRPr lang="en-US" altLang="zh-CN" sz="1200" dirty="0">
              <a:ln/>
              <a:solidFill>
                <a:srgbClr val="000000"/>
              </a:solidFill>
              <a:latin typeface="Arial"/>
              <a:cs typeface="Arial"/>
              <a:sym typeface="Arial"/>
              <a:rtl val="0"/>
            </a:endParaRPr>
          </a:p>
          <a:p>
            <a:pPr algn="ctr"/>
            <a:r>
              <a:rPr lang="zh-CN" altLang="en-US" sz="1200" dirty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Effect, CI and</a:t>
            </a:r>
          </a:p>
          <a:p>
            <a:pPr algn="ctr"/>
            <a:r>
              <a:rPr lang="zh-CN" altLang="en-US" sz="1200" dirty="0">
                <a:ln/>
                <a:solidFill>
                  <a:srgbClr val="000000"/>
                </a:solidFill>
                <a:latin typeface="Arial"/>
                <a:cs typeface="Arial"/>
                <a:sym typeface="Arial"/>
                <a:rtl val="0"/>
              </a:rPr>
              <a:t>prediction interval</a:t>
            </a:r>
          </a:p>
        </p:txBody>
      </p:sp>
    </p:spTree>
    <p:extLst>
      <p:ext uri="{BB962C8B-B14F-4D97-AF65-F5344CB8AC3E}">
        <p14:creationId xmlns:p14="http://schemas.microsoft.com/office/powerpoint/2010/main" val="21282325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162</Words>
  <Application>Microsoft Macintosh PowerPoint</Application>
  <PresentationFormat>宽屏</PresentationFormat>
  <Paragraphs>60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Felix Lee</dc:creator>
  <cp:lastModifiedBy>Felix Lee</cp:lastModifiedBy>
  <cp:revision>2</cp:revision>
  <dcterms:created xsi:type="dcterms:W3CDTF">2026-07-18T09:23:03Z</dcterms:created>
  <dcterms:modified xsi:type="dcterms:W3CDTF">2026-07-22T15:38:51Z</dcterms:modified>
</cp:coreProperties>
</file>