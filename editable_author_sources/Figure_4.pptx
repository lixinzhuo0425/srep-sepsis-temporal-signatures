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f132afab25448c" /><Relationship Type="http://schemas.openxmlformats.org/officeDocument/2006/relationships/extended-properties" Target="/docProps/app.xml" Id="R697f3c08a0cf4f27" /><Relationship Type="http://schemas.openxmlformats.org/officeDocument/2006/relationships/officeDocument" Target="/ppt/presentation.xml" Id="R58c9a2982e1a44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248587c9ac415c"/>
  </p:sldMasterIdLst>
  <p:notesMasterIdLst>
    <p:notesMasterId xmlns:r="http://schemas.openxmlformats.org/officeDocument/2006/relationships" r:id="R82000fe9b29a4c63"/>
  </p:notesMasterIdLst>
  <p:sldIdLst>
    <p:sldId xmlns:r="http://schemas.openxmlformats.org/officeDocument/2006/relationships" id="256" r:id="R8cf05aed97354f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c0bcaa1a544d67" /><Relationship Type="http://schemas.openxmlformats.org/officeDocument/2006/relationships/slideMaster" Target="/ppt/slideMasters/slideMaster1.xml" Id="R15248587c9ac415c" /><Relationship Type="http://schemas.openxmlformats.org/officeDocument/2006/relationships/notesMaster" Target="/ppt/notesMasters/notesMaster1.xml" Id="R82000fe9b29a4c63" /><Relationship Type="http://schemas.openxmlformats.org/officeDocument/2006/relationships/presProps" Target="/ppt/presProps.xml" Id="Rbdec69df31ea4aa5" /><Relationship Type="http://schemas.openxmlformats.org/officeDocument/2006/relationships/viewProps" Target="/ppt/viewProps.xml" Id="Re40988aa5ada4ecb" /><Relationship Type="http://schemas.openxmlformats.org/officeDocument/2006/relationships/tableStyles" Target="/ppt/tableStyles.xml" Id="R451ed6b287f04048" /><Relationship Type="http://schemas.openxmlformats.org/officeDocument/2006/relationships/slide" Target="/ppt/slides/slide1.xml" Id="R8cf05aed97354f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617a8920d94b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41a2be61174b70" /><Relationship Type="http://schemas.openxmlformats.org/officeDocument/2006/relationships/notesMaster" Target="/ppt/notesMasters/notesMaster1.xml" Id="R4eef3e14704f42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52c34eb164f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1caba639848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dbb8d5f4040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a9a065f814c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1e6cfde1349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7bb85770a4d0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08d837b9f4be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c42c65dca4f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dd04148aa440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6dff4a5034db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73cd6fbd541c1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A875CA4-B825-C074-0F4F-CB36FEA9C67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2ED8732-28E3-D967-DD43-EA237AE07C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BC930AB-EAFD-DABA-611B-2613F02179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773E04-80C4-E214-F47B-9A63CE01C5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17707A8-9BEC-64B6-2A71-2D3646DD47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BF7867-0F15-03C4-CDC1-1DDB56A6CF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855F9FE-388B-FDCB-C132-26E26797AC5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1A55437-E4C2-74A5-477A-3899098588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41A3500-6E44-56FA-9D0B-9022E14E70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C51174-F50D-E577-0895-076C69B6D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BF0C6F-D8EB-E5BD-FDDD-45D15A6EA7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4BD6E9F-76D8-BA95-A580-70D38F90B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2505E5E-0D0F-1753-A4C5-3D38882D32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9229BAF-2EEB-0846-CC66-2C1F99B0A7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BFF199-59E1-972C-054A-E156B33262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8849CCA-F058-64CA-AE2D-DA8BABC49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6B805B6-66A1-DAE0-786E-4CB941BF4F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A40C892-E975-868F-BF43-76E4B3D1BF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1045F46-0544-5A58-70C1-670BEDDCEE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CCF0CD-E9D7-2269-CD5F-5D57C05E14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2BA54D1-39AD-C042-C233-8D9BEFBB70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4F38C20-48D8-4D24-4081-444B654AA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A6BEB3F-F8CA-AF16-5B95-B580FC4AF5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C73818C-17E7-9A7E-9343-B9732C3B85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AF7592E-AFFB-506A-436A-72FBEE0C05B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8A7E11D-5BFE-8EF8-4F09-C0A81749E25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2AF282F-D062-4672-58EE-4B478EC420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E6489D-7A45-DD6B-8C69-C7D32BDB38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82017BE-22CC-0539-F3CE-72225ED440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46F36F-DF48-69AE-0481-BE0A0B4FE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4EA1E1-22A4-C565-95C7-5AC24CBD2B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8D6D9B6-5A52-13F4-0A15-7938E84E10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7013D31-3BE2-4934-4396-83067158F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87414DA-1CDD-25B3-E584-172FD40DBD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2E799FB-A7C7-2C45-F4A7-4D36F2D123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C62A78A-F86D-E689-8B9A-4F35B56C98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168718-1FB7-AFF3-C800-07AE8FFBB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278913E-B3B6-CF9F-42C8-BEADB32DFD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1C87C3A-6E55-7D7E-1726-24E7B82978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1CCB0F4-DA8A-981B-189E-D2E72D8EF6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AE381D7-8C9E-CC86-6ECE-068318DACA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F61F936-BC25-1144-FEE6-BE988D61AB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60A1000-10EE-7A6C-4E1C-55921504A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DD80766-3F00-1E46-BFEB-A6ACF8D6A6B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D2F44C8-F3AA-4431-8207-12E2709B26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7C3BCFD-E35C-5626-1592-2E4646726D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4911110-B9B4-462B-264F-94D4C3325D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5360795-DF3E-8935-DB9E-52052AC325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7A7C2B6-97E7-4614-B1B9-9BF6CE1A6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0E1E43E-1DAD-1C0E-0983-75243F3D8B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2F331A9-D4EE-672C-0657-EC0E851738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0779E0-DAAE-4CB4-401D-51FACF042F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389EDE-0A56-F4FE-734E-44132D3B42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3F10E2B-496D-30F8-EFD2-26ECF1B89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7D3C463-54F1-B44B-0293-FFBE43EAFB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057FFC4-2020-E02C-F43D-A0DF63FEB0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77402A6-8C54-D7B3-8C30-2D2BD771DA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ACDBFCC-11AC-211F-9AE7-4C9261CA6C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4fa6cd2714f05" /><Relationship Type="http://schemas.openxmlformats.org/officeDocument/2006/relationships/slideLayout" Target="/ppt/slideLayouts/slideLayout1.xml" Id="R32fbb69ed2594115" /><Relationship Type="http://schemas.openxmlformats.org/officeDocument/2006/relationships/slideLayout" Target="/ppt/slideLayouts/slideLayout2.xml" Id="R8a7c1ca1becb4078" /><Relationship Type="http://schemas.openxmlformats.org/officeDocument/2006/relationships/slideLayout" Target="/ppt/slideLayouts/slideLayout3.xml" Id="R2971980b58384c1e" /><Relationship Type="http://schemas.openxmlformats.org/officeDocument/2006/relationships/slideLayout" Target="/ppt/slideLayouts/slideLayout4.xml" Id="Rf164c9c1fdb640cc" /><Relationship Type="http://schemas.openxmlformats.org/officeDocument/2006/relationships/slideLayout" Target="/ppt/slideLayouts/slideLayout5.xml" Id="R580cf72c68d04138" /><Relationship Type="http://schemas.openxmlformats.org/officeDocument/2006/relationships/slideLayout" Target="/ppt/slideLayouts/slideLayout6.xml" Id="R29549d04f7294b9d" /><Relationship Type="http://schemas.openxmlformats.org/officeDocument/2006/relationships/slideLayout" Target="/ppt/slideLayouts/slideLayout7.xml" Id="R65a85c7380784e1b" /><Relationship Type="http://schemas.openxmlformats.org/officeDocument/2006/relationships/slideLayout" Target="/ppt/slideLayouts/slideLayout8.xml" Id="R66ccc22196a34fb0" /><Relationship Type="http://schemas.openxmlformats.org/officeDocument/2006/relationships/slideLayout" Target="/ppt/slideLayouts/slideLayout9.xml" Id="R91797534494d4527" /><Relationship Type="http://schemas.openxmlformats.org/officeDocument/2006/relationships/slideLayout" Target="/ppt/slideLayouts/slideLayout10.xml" Id="Raec40a09056840ca" /><Relationship Type="http://schemas.openxmlformats.org/officeDocument/2006/relationships/slideLayout" Target="/ppt/slideLayouts/slideLayout11.xml" Id="Rc4cb0807d2d54b8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5D73AC8-2656-A661-6DE9-CFC308756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AD9DB9-333D-FC25-7602-97858D8304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8AB957C-BF65-3885-CF80-CCA302D317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FF60453-000E-7540-AFE9-7A2E575DA8A1}" type="datetimeFigureOut">
              <a:t>2026/7/22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9487CE-F478-FA0F-F83C-8E8E06ACE29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B5B42C4-1707-0605-4005-5BAF79BB408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611714D-0CBC-F040-992F-167F42702E3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fbb69ed2594115"/>
    <p:sldLayoutId xmlns:r="http://schemas.openxmlformats.org/officeDocument/2006/relationships" id="2147483650" r:id="R8a7c1ca1becb4078"/>
    <p:sldLayoutId xmlns:r="http://schemas.openxmlformats.org/officeDocument/2006/relationships" id="2147483651" r:id="R2971980b58384c1e"/>
    <p:sldLayoutId xmlns:r="http://schemas.openxmlformats.org/officeDocument/2006/relationships" id="2147483652" r:id="Rf164c9c1fdb640cc"/>
    <p:sldLayoutId xmlns:r="http://schemas.openxmlformats.org/officeDocument/2006/relationships" id="2147483653" r:id="R580cf72c68d04138"/>
    <p:sldLayoutId xmlns:r="http://schemas.openxmlformats.org/officeDocument/2006/relationships" id="2147483654" r:id="R29549d04f7294b9d"/>
    <p:sldLayoutId xmlns:r="http://schemas.openxmlformats.org/officeDocument/2006/relationships" id="2147483655" r:id="R65a85c7380784e1b"/>
    <p:sldLayoutId xmlns:r="http://schemas.openxmlformats.org/officeDocument/2006/relationships" id="2147483656" r:id="R66ccc22196a34fb0"/>
    <p:sldLayoutId xmlns:r="http://schemas.openxmlformats.org/officeDocument/2006/relationships" id="2147483657" r:id="R91797534494d4527"/>
    <p:sldLayoutId xmlns:r="http://schemas.openxmlformats.org/officeDocument/2006/relationships" id="2147483658" r:id="Raec40a09056840ca"/>
    <p:sldLayoutId xmlns:r="http://schemas.openxmlformats.org/officeDocument/2006/relationships" id="2147483659" r:id="Rc4cb0807d2d54b8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7dcc38e9e4f37" /><Relationship Type="http://schemas.openxmlformats.org/officeDocument/2006/relationships/notesSlide" Target="/ppt/notesSlides/notesSlide1.xml" Id="R7725fe964e5d48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任意形状 9">
            <a:extLst xmlns:a="http://schemas.openxmlformats.org/drawingml/2006/main">
              <a:ext uri="{FF2B5EF4-FFF2-40B4-BE49-F238E27FC236}">
                <a16:creationId xmlns:a16="http://schemas.microsoft.com/office/drawing/2014/main" id="{C77A7876-DA66-E223-D0A7-CEDB706C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8931" y="1178645"/>
            <a:ext cx="83345" cy="83498"/>
          </a:xfrm>
          <a:custGeom xmlns:a="http://schemas.openxmlformats.org/drawingml/2006/main">
            <a:gdLst>
              <a:gd name="csX0" fmla="*/ 41882 w 83345"/>
              <a:gd name="csY0" fmla="*/ 83550 h 83498"/>
              <a:gd name="csX1" fmla="*/ 71349 w 83345"/>
              <a:gd name="csY1" fmla="*/ 71322 h 83498"/>
              <a:gd name="csX2" fmla="*/ 83555 w 83345"/>
              <a:gd name="csY2" fmla="*/ 41801 h 83498"/>
              <a:gd name="csX3" fmla="*/ 71349 w 83345"/>
              <a:gd name="csY3" fmla="*/ 12280 h 83498"/>
              <a:gd name="csX4" fmla="*/ 41882 w 83345"/>
              <a:gd name="csY4" fmla="*/ 52 h 83498"/>
              <a:gd name="csX5" fmla="*/ 12414 w 83345"/>
              <a:gd name="csY5" fmla="*/ 12280 h 83498"/>
              <a:gd name="csX6" fmla="*/ 209 w 83345"/>
              <a:gd name="csY6" fmla="*/ 41801 h 83498"/>
              <a:gd name="csX7" fmla="*/ 12414 w 83345"/>
              <a:gd name="csY7" fmla="*/ 71322 h 83498"/>
              <a:gd name="csX8" fmla="*/ 41882 w 83345"/>
              <a:gd name="csY8" fmla="*/ 83550 h 83498"/>
            </a:gdLst>
            <a:rect l="l" t="t" r="r" b="b"/>
            <a:pathLst>
              <a:path w="83345" h="83498">
                <a:moveTo>
                  <a:pt x="41882" y="83550"/>
                </a:moveTo>
                <a:cubicBezTo>
                  <a:pt x="52933" y="83550"/>
                  <a:pt x="63534" y="79151"/>
                  <a:pt x="71349" y="71322"/>
                </a:cubicBezTo>
                <a:cubicBezTo>
                  <a:pt x="79164" y="63493"/>
                  <a:pt x="83555" y="52873"/>
                  <a:pt x="83555" y="41801"/>
                </a:cubicBezTo>
                <a:cubicBezTo>
                  <a:pt x="83555" y="30729"/>
                  <a:pt x="79164" y="20109"/>
                  <a:pt x="71349" y="12280"/>
                </a:cubicBezTo>
                <a:cubicBezTo>
                  <a:pt x="63534" y="4451"/>
                  <a:pt x="52933" y="52"/>
                  <a:pt x="41882" y="52"/>
                </a:cubicBezTo>
                <a:cubicBezTo>
                  <a:pt x="30830" y="52"/>
                  <a:pt x="20229" y="4451"/>
                  <a:pt x="12414" y="12280"/>
                </a:cubicBezTo>
                <a:cubicBezTo>
                  <a:pt x="4600" y="20109"/>
                  <a:pt x="209" y="30729"/>
                  <a:pt x="209" y="41801"/>
                </a:cubicBezTo>
                <a:cubicBezTo>
                  <a:pt x="209" y="52873"/>
                  <a:pt x="4600" y="63493"/>
                  <a:pt x="12414" y="71322"/>
                </a:cubicBezTo>
                <a:cubicBezTo>
                  <a:pt x="20229" y="79151"/>
                  <a:pt x="30830" y="83550"/>
                  <a:pt x="41882" y="83550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11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E9962B14-3F98-8167-D6E9-B1E100CE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6304" y="1038184"/>
            <a:ext cx="83345" cy="83498"/>
          </a:xfrm>
          <a:custGeom xmlns:a="http://schemas.openxmlformats.org/drawingml/2006/main">
            <a:gdLst>
              <a:gd name="csX0" fmla="*/ 41894 w 83345"/>
              <a:gd name="csY0" fmla="*/ 83542 h 83498"/>
              <a:gd name="csX1" fmla="*/ 71361 w 83345"/>
              <a:gd name="csY1" fmla="*/ 71314 h 83498"/>
              <a:gd name="csX2" fmla="*/ 83567 w 83345"/>
              <a:gd name="csY2" fmla="*/ 41793 h 83498"/>
              <a:gd name="csX3" fmla="*/ 71361 w 83345"/>
              <a:gd name="csY3" fmla="*/ 12272 h 83498"/>
              <a:gd name="csX4" fmla="*/ 41894 w 83345"/>
              <a:gd name="csY4" fmla="*/ 44 h 83498"/>
              <a:gd name="csX5" fmla="*/ 12427 w 83345"/>
              <a:gd name="csY5" fmla="*/ 12272 h 83498"/>
              <a:gd name="csX6" fmla="*/ 221 w 83345"/>
              <a:gd name="csY6" fmla="*/ 41793 h 83498"/>
              <a:gd name="csX7" fmla="*/ 12427 w 83345"/>
              <a:gd name="csY7" fmla="*/ 71314 h 83498"/>
              <a:gd name="csX8" fmla="*/ 41894 w 83345"/>
              <a:gd name="csY8" fmla="*/ 83542 h 83498"/>
            </a:gdLst>
            <a:rect l="l" t="t" r="r" b="b"/>
            <a:pathLst>
              <a:path w="83345" h="83498">
                <a:moveTo>
                  <a:pt x="41894" y="83542"/>
                </a:moveTo>
                <a:cubicBezTo>
                  <a:pt x="52946" y="83542"/>
                  <a:pt x="63546" y="79143"/>
                  <a:pt x="71361" y="71314"/>
                </a:cubicBezTo>
                <a:cubicBezTo>
                  <a:pt x="79176" y="63485"/>
                  <a:pt x="83567" y="52865"/>
                  <a:pt x="83567" y="41793"/>
                </a:cubicBezTo>
                <a:cubicBezTo>
                  <a:pt x="83567" y="30721"/>
                  <a:pt x="79176" y="20101"/>
                  <a:pt x="71361" y="12272"/>
                </a:cubicBezTo>
                <a:cubicBezTo>
                  <a:pt x="63546" y="4443"/>
                  <a:pt x="52946" y="44"/>
                  <a:pt x="41894" y="44"/>
                </a:cubicBezTo>
                <a:cubicBezTo>
                  <a:pt x="30842" y="44"/>
                  <a:pt x="20242" y="4443"/>
                  <a:pt x="12427" y="12272"/>
                </a:cubicBezTo>
                <a:cubicBezTo>
                  <a:pt x="4612" y="20101"/>
                  <a:pt x="221" y="30721"/>
                  <a:pt x="221" y="41793"/>
                </a:cubicBezTo>
                <a:cubicBezTo>
                  <a:pt x="221" y="52865"/>
                  <a:pt x="4612" y="63485"/>
                  <a:pt x="12427" y="71314"/>
                </a:cubicBezTo>
                <a:cubicBezTo>
                  <a:pt x="20242" y="79143"/>
                  <a:pt x="30842" y="83542"/>
                  <a:pt x="41894" y="83542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12" name="任意形状 11">
            <a:extLst xmlns:a="http://schemas.openxmlformats.org/drawingml/2006/main">
              <a:ext uri="{FF2B5EF4-FFF2-40B4-BE49-F238E27FC236}">
                <a16:creationId xmlns:a16="http://schemas.microsoft.com/office/drawing/2014/main" id="{5205B607-2DEC-2BF2-4CEC-DA64F654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45998" y="1718884"/>
            <a:ext cx="83345" cy="83498"/>
          </a:xfrm>
          <a:custGeom xmlns:a="http://schemas.openxmlformats.org/drawingml/2006/main">
            <a:gdLst>
              <a:gd name="csX0" fmla="*/ 41838 w 83345"/>
              <a:gd name="csY0" fmla="*/ 83581 h 83498"/>
              <a:gd name="csX1" fmla="*/ 71305 w 83345"/>
              <a:gd name="csY1" fmla="*/ 71353 h 83498"/>
              <a:gd name="csX2" fmla="*/ 83511 w 83345"/>
              <a:gd name="csY2" fmla="*/ 41831 h 83498"/>
              <a:gd name="csX3" fmla="*/ 71305 w 83345"/>
              <a:gd name="csY3" fmla="*/ 12310 h 83498"/>
              <a:gd name="csX4" fmla="*/ 41838 w 83345"/>
              <a:gd name="csY4" fmla="*/ 82 h 83498"/>
              <a:gd name="csX5" fmla="*/ 12371 w 83345"/>
              <a:gd name="csY5" fmla="*/ 12310 h 83498"/>
              <a:gd name="csX6" fmla="*/ 165 w 83345"/>
              <a:gd name="csY6" fmla="*/ 41831 h 83498"/>
              <a:gd name="csX7" fmla="*/ 12371 w 83345"/>
              <a:gd name="csY7" fmla="*/ 71353 h 83498"/>
              <a:gd name="csX8" fmla="*/ 41838 w 83345"/>
              <a:gd name="csY8" fmla="*/ 83581 h 83498"/>
            </a:gdLst>
            <a:rect l="l" t="t" r="r" b="b"/>
            <a:pathLst>
              <a:path w="83345" h="83498">
                <a:moveTo>
                  <a:pt x="41838" y="83581"/>
                </a:moveTo>
                <a:cubicBezTo>
                  <a:pt x="52890" y="83581"/>
                  <a:pt x="63491" y="79182"/>
                  <a:pt x="71305" y="71353"/>
                </a:cubicBezTo>
                <a:cubicBezTo>
                  <a:pt x="79120" y="63523"/>
                  <a:pt x="83511" y="52903"/>
                  <a:pt x="83511" y="41831"/>
                </a:cubicBezTo>
                <a:cubicBezTo>
                  <a:pt x="83511" y="30759"/>
                  <a:pt x="79120" y="20139"/>
                  <a:pt x="71305" y="12310"/>
                </a:cubicBezTo>
                <a:cubicBezTo>
                  <a:pt x="63491" y="4481"/>
                  <a:pt x="52890" y="82"/>
                  <a:pt x="41838" y="82"/>
                </a:cubicBezTo>
                <a:cubicBezTo>
                  <a:pt x="30786" y="82"/>
                  <a:pt x="20186" y="4481"/>
                  <a:pt x="12371" y="12310"/>
                </a:cubicBezTo>
                <a:cubicBezTo>
                  <a:pt x="4556" y="20139"/>
                  <a:pt x="165" y="30759"/>
                  <a:pt x="165" y="41831"/>
                </a:cubicBezTo>
                <a:cubicBezTo>
                  <a:pt x="165" y="52903"/>
                  <a:pt x="4556" y="63523"/>
                  <a:pt x="12371" y="71353"/>
                </a:cubicBezTo>
                <a:cubicBezTo>
                  <a:pt x="20186" y="79182"/>
                  <a:pt x="30786" y="83581"/>
                  <a:pt x="41838" y="83581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13" name="任意形状 12">
            <a:extLst xmlns:a="http://schemas.openxmlformats.org/drawingml/2006/main">
              <a:ext uri="{FF2B5EF4-FFF2-40B4-BE49-F238E27FC236}">
                <a16:creationId xmlns:a16="http://schemas.microsoft.com/office/drawing/2014/main" id="{1BF67794-7685-407F-AB09-D0CB8874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1702" y="1578421"/>
            <a:ext cx="83345" cy="83498"/>
          </a:xfrm>
          <a:custGeom xmlns:a="http://schemas.openxmlformats.org/drawingml/2006/main">
            <a:gdLst>
              <a:gd name="csX0" fmla="*/ 41927 w 83345"/>
              <a:gd name="csY0" fmla="*/ 83573 h 83498"/>
              <a:gd name="csX1" fmla="*/ 71395 w 83345"/>
              <a:gd name="csY1" fmla="*/ 71345 h 83498"/>
              <a:gd name="csX2" fmla="*/ 83600 w 83345"/>
              <a:gd name="csY2" fmla="*/ 41824 h 83498"/>
              <a:gd name="csX3" fmla="*/ 71395 w 83345"/>
              <a:gd name="csY3" fmla="*/ 12302 h 83498"/>
              <a:gd name="csX4" fmla="*/ 41927 w 83345"/>
              <a:gd name="csY4" fmla="*/ 74 h 83498"/>
              <a:gd name="csX5" fmla="*/ 12460 w 83345"/>
              <a:gd name="csY5" fmla="*/ 12302 h 83498"/>
              <a:gd name="csX6" fmla="*/ 254 w 83345"/>
              <a:gd name="csY6" fmla="*/ 41824 h 83498"/>
              <a:gd name="csX7" fmla="*/ 12460 w 83345"/>
              <a:gd name="csY7" fmla="*/ 71345 h 83498"/>
              <a:gd name="csX8" fmla="*/ 41927 w 83345"/>
              <a:gd name="csY8" fmla="*/ 83573 h 83498"/>
            </a:gdLst>
            <a:rect l="l" t="t" r="r" b="b"/>
            <a:pathLst>
              <a:path w="83345" h="83498">
                <a:moveTo>
                  <a:pt x="41927" y="83573"/>
                </a:moveTo>
                <a:cubicBezTo>
                  <a:pt x="52979" y="83573"/>
                  <a:pt x="63580" y="79174"/>
                  <a:pt x="71395" y="71345"/>
                </a:cubicBezTo>
                <a:cubicBezTo>
                  <a:pt x="79209" y="63516"/>
                  <a:pt x="83600" y="52896"/>
                  <a:pt x="83600" y="41824"/>
                </a:cubicBezTo>
                <a:cubicBezTo>
                  <a:pt x="83600" y="30752"/>
                  <a:pt x="79209" y="20132"/>
                  <a:pt x="71395" y="12302"/>
                </a:cubicBezTo>
                <a:cubicBezTo>
                  <a:pt x="63580" y="4473"/>
                  <a:pt x="52979" y="74"/>
                  <a:pt x="41927" y="74"/>
                </a:cubicBezTo>
                <a:cubicBezTo>
                  <a:pt x="30876" y="74"/>
                  <a:pt x="20275" y="4473"/>
                  <a:pt x="12460" y="12302"/>
                </a:cubicBezTo>
                <a:cubicBezTo>
                  <a:pt x="4645" y="20132"/>
                  <a:pt x="254" y="30752"/>
                  <a:pt x="254" y="41824"/>
                </a:cubicBezTo>
                <a:cubicBezTo>
                  <a:pt x="254" y="52896"/>
                  <a:pt x="4645" y="63516"/>
                  <a:pt x="12460" y="71345"/>
                </a:cubicBezTo>
                <a:cubicBezTo>
                  <a:pt x="20275" y="79174"/>
                  <a:pt x="30876" y="83573"/>
                  <a:pt x="41927" y="83573"/>
                </a:cubicBezTo>
                <a:close/>
              </a:path>
            </a:pathLst>
          </a:custGeom>
          <a:solidFill xmlns:a="http://schemas.openxmlformats.org/drawingml/2006/main">
            <a:srgbClr val="B24745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14" name="任意形状 13">
            <a:extLst xmlns:a="http://schemas.openxmlformats.org/drawingml/2006/main">
              <a:ext uri="{FF2B5EF4-FFF2-40B4-BE49-F238E27FC236}">
                <a16:creationId xmlns:a16="http://schemas.microsoft.com/office/drawing/2014/main" id="{DA00B23F-B7C5-10A9-267D-92DDAD7B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2315" y="2259112"/>
            <a:ext cx="83345" cy="83498"/>
          </a:xfrm>
          <a:custGeom xmlns:a="http://schemas.openxmlformats.org/drawingml/2006/main">
            <a:gdLst>
              <a:gd name="csX0" fmla="*/ 41847 w 83345"/>
              <a:gd name="csY0" fmla="*/ 83611 h 83498"/>
              <a:gd name="csX1" fmla="*/ 71314 w 83345"/>
              <a:gd name="csY1" fmla="*/ 71383 h 83498"/>
              <a:gd name="csX2" fmla="*/ 83520 w 83345"/>
              <a:gd name="csY2" fmla="*/ 41862 h 83498"/>
              <a:gd name="csX3" fmla="*/ 71314 w 83345"/>
              <a:gd name="csY3" fmla="*/ 12341 h 83498"/>
              <a:gd name="csX4" fmla="*/ 41847 w 83345"/>
              <a:gd name="csY4" fmla="*/ 113 h 83498"/>
              <a:gd name="csX5" fmla="*/ 12380 w 83345"/>
              <a:gd name="csY5" fmla="*/ 12341 h 83498"/>
              <a:gd name="csX6" fmla="*/ 174 w 83345"/>
              <a:gd name="csY6" fmla="*/ 41862 h 83498"/>
              <a:gd name="csX7" fmla="*/ 12380 w 83345"/>
              <a:gd name="csY7" fmla="*/ 71383 h 83498"/>
              <a:gd name="csX8" fmla="*/ 41847 w 83345"/>
              <a:gd name="csY8" fmla="*/ 83611 h 83498"/>
            </a:gdLst>
            <a:rect l="l" t="t" r="r" b="b"/>
            <a:pathLst>
              <a:path w="83345" h="83498">
                <a:moveTo>
                  <a:pt x="41847" y="83611"/>
                </a:moveTo>
                <a:cubicBezTo>
                  <a:pt x="52899" y="83611"/>
                  <a:pt x="63499" y="79212"/>
                  <a:pt x="71314" y="71383"/>
                </a:cubicBezTo>
                <a:cubicBezTo>
                  <a:pt x="79129" y="63554"/>
                  <a:pt x="83520" y="52934"/>
                  <a:pt x="83520" y="41862"/>
                </a:cubicBezTo>
                <a:cubicBezTo>
                  <a:pt x="83520" y="30790"/>
                  <a:pt x="79129" y="20170"/>
                  <a:pt x="71314" y="12341"/>
                </a:cubicBezTo>
                <a:cubicBezTo>
                  <a:pt x="63499" y="4512"/>
                  <a:pt x="52899" y="113"/>
                  <a:pt x="41847" y="113"/>
                </a:cubicBezTo>
                <a:cubicBezTo>
                  <a:pt x="30795" y="113"/>
                  <a:pt x="20195" y="4512"/>
                  <a:pt x="12380" y="12341"/>
                </a:cubicBezTo>
                <a:cubicBezTo>
                  <a:pt x="4565" y="20170"/>
                  <a:pt x="174" y="30790"/>
                  <a:pt x="174" y="41862"/>
                </a:cubicBezTo>
                <a:cubicBezTo>
                  <a:pt x="174" y="52934"/>
                  <a:pt x="4565" y="63554"/>
                  <a:pt x="12380" y="71383"/>
                </a:cubicBezTo>
                <a:cubicBezTo>
                  <a:pt x="20195" y="79212"/>
                  <a:pt x="30795" y="83611"/>
                  <a:pt x="41847" y="83611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15" name="任意形状 14">
            <a:extLst xmlns:a="http://schemas.openxmlformats.org/drawingml/2006/main">
              <a:ext uri="{FF2B5EF4-FFF2-40B4-BE49-F238E27FC236}">
                <a16:creationId xmlns:a16="http://schemas.microsoft.com/office/drawing/2014/main" id="{22CAAC3B-DA63-6ABD-1340-90B2DAA6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69555" y="2118655"/>
            <a:ext cx="83345" cy="83498"/>
          </a:xfrm>
          <a:custGeom xmlns:a="http://schemas.openxmlformats.org/drawingml/2006/main">
            <a:gdLst>
              <a:gd name="csX0" fmla="*/ 41868 w 83345"/>
              <a:gd name="csY0" fmla="*/ 83603 h 83498"/>
              <a:gd name="csX1" fmla="*/ 71335 w 83345"/>
              <a:gd name="csY1" fmla="*/ 71375 h 83498"/>
              <a:gd name="csX2" fmla="*/ 83541 w 83345"/>
              <a:gd name="csY2" fmla="*/ 41854 h 83498"/>
              <a:gd name="csX3" fmla="*/ 71335 w 83345"/>
              <a:gd name="csY3" fmla="*/ 12333 h 83498"/>
              <a:gd name="csX4" fmla="*/ 41868 w 83345"/>
              <a:gd name="csY4" fmla="*/ 105 h 83498"/>
              <a:gd name="csX5" fmla="*/ 12400 w 83345"/>
              <a:gd name="csY5" fmla="*/ 12333 h 83498"/>
              <a:gd name="csX6" fmla="*/ 195 w 83345"/>
              <a:gd name="csY6" fmla="*/ 41854 h 83498"/>
              <a:gd name="csX7" fmla="*/ 12400 w 83345"/>
              <a:gd name="csY7" fmla="*/ 71375 h 83498"/>
              <a:gd name="csX8" fmla="*/ 41868 w 83345"/>
              <a:gd name="csY8" fmla="*/ 83603 h 83498"/>
            </a:gdLst>
            <a:rect l="l" t="t" r="r" b="b"/>
            <a:pathLst>
              <a:path w="83345" h="83498">
                <a:moveTo>
                  <a:pt x="41868" y="83603"/>
                </a:moveTo>
                <a:cubicBezTo>
                  <a:pt x="52919" y="83603"/>
                  <a:pt x="63520" y="79204"/>
                  <a:pt x="71335" y="71375"/>
                </a:cubicBezTo>
                <a:cubicBezTo>
                  <a:pt x="79150" y="63546"/>
                  <a:pt x="83541" y="52926"/>
                  <a:pt x="83541" y="41854"/>
                </a:cubicBezTo>
                <a:cubicBezTo>
                  <a:pt x="83541" y="30782"/>
                  <a:pt x="79150" y="20162"/>
                  <a:pt x="71335" y="12333"/>
                </a:cubicBezTo>
                <a:cubicBezTo>
                  <a:pt x="63520" y="4504"/>
                  <a:pt x="52919" y="105"/>
                  <a:pt x="41868" y="105"/>
                </a:cubicBezTo>
                <a:cubicBezTo>
                  <a:pt x="30816" y="105"/>
                  <a:pt x="20215" y="4504"/>
                  <a:pt x="12400" y="12333"/>
                </a:cubicBezTo>
                <a:cubicBezTo>
                  <a:pt x="4586" y="20162"/>
                  <a:pt x="195" y="30782"/>
                  <a:pt x="195" y="41854"/>
                </a:cubicBezTo>
                <a:cubicBezTo>
                  <a:pt x="195" y="52926"/>
                  <a:pt x="4586" y="63546"/>
                  <a:pt x="12400" y="71375"/>
                </a:cubicBezTo>
                <a:cubicBezTo>
                  <a:pt x="20215" y="79204"/>
                  <a:pt x="30816" y="83603"/>
                  <a:pt x="41868" y="83603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16" name="任意形状 15">
            <a:extLst xmlns:a="http://schemas.openxmlformats.org/drawingml/2006/main">
              <a:ext uri="{FF2B5EF4-FFF2-40B4-BE49-F238E27FC236}">
                <a16:creationId xmlns:a16="http://schemas.microsoft.com/office/drawing/2014/main" id="{237ECDFD-46C8-F02E-4573-5CB1A90B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6710" y="2799365"/>
            <a:ext cx="83345" cy="83498"/>
          </a:xfrm>
          <a:custGeom xmlns:a="http://schemas.openxmlformats.org/drawingml/2006/main">
            <a:gdLst>
              <a:gd name="csX0" fmla="*/ 41961 w 83345"/>
              <a:gd name="csY0" fmla="*/ 83641 h 83498"/>
              <a:gd name="csX1" fmla="*/ 71428 w 83345"/>
              <a:gd name="csY1" fmla="*/ 71413 h 83498"/>
              <a:gd name="csX2" fmla="*/ 83634 w 83345"/>
              <a:gd name="csY2" fmla="*/ 41892 h 83498"/>
              <a:gd name="csX3" fmla="*/ 71428 w 83345"/>
              <a:gd name="csY3" fmla="*/ 12371 h 83498"/>
              <a:gd name="csX4" fmla="*/ 41961 w 83345"/>
              <a:gd name="csY4" fmla="*/ 143 h 83498"/>
              <a:gd name="csX5" fmla="*/ 12494 w 83345"/>
              <a:gd name="csY5" fmla="*/ 12371 h 83498"/>
              <a:gd name="csX6" fmla="*/ 288 w 83345"/>
              <a:gd name="csY6" fmla="*/ 41892 h 83498"/>
              <a:gd name="csX7" fmla="*/ 12494 w 83345"/>
              <a:gd name="csY7" fmla="*/ 71413 h 83498"/>
              <a:gd name="csX8" fmla="*/ 41961 w 83345"/>
              <a:gd name="csY8" fmla="*/ 83641 h 83498"/>
            </a:gdLst>
            <a:rect l="l" t="t" r="r" b="b"/>
            <a:pathLst>
              <a:path w="83345" h="83498">
                <a:moveTo>
                  <a:pt x="41961" y="83641"/>
                </a:moveTo>
                <a:cubicBezTo>
                  <a:pt x="53013" y="83641"/>
                  <a:pt x="63613" y="79242"/>
                  <a:pt x="71428" y="71413"/>
                </a:cubicBezTo>
                <a:cubicBezTo>
                  <a:pt x="79243" y="63584"/>
                  <a:pt x="83634" y="52964"/>
                  <a:pt x="83634" y="41892"/>
                </a:cubicBezTo>
                <a:cubicBezTo>
                  <a:pt x="83634" y="30820"/>
                  <a:pt x="79243" y="20200"/>
                  <a:pt x="71428" y="12371"/>
                </a:cubicBezTo>
                <a:cubicBezTo>
                  <a:pt x="63613" y="4542"/>
                  <a:pt x="53013" y="143"/>
                  <a:pt x="41961" y="143"/>
                </a:cubicBezTo>
                <a:cubicBezTo>
                  <a:pt x="30909" y="143"/>
                  <a:pt x="20309" y="4542"/>
                  <a:pt x="12494" y="12371"/>
                </a:cubicBezTo>
                <a:cubicBezTo>
                  <a:pt x="4679" y="20200"/>
                  <a:pt x="288" y="30820"/>
                  <a:pt x="288" y="41892"/>
                </a:cubicBezTo>
                <a:cubicBezTo>
                  <a:pt x="288" y="52964"/>
                  <a:pt x="4679" y="63584"/>
                  <a:pt x="12494" y="71413"/>
                </a:cubicBezTo>
                <a:cubicBezTo>
                  <a:pt x="20309" y="79242"/>
                  <a:pt x="30909" y="83641"/>
                  <a:pt x="41961" y="83641"/>
                </a:cubicBezTo>
                <a:close/>
              </a:path>
            </a:pathLst>
          </a:custGeom>
          <a:solidFill xmlns:a="http://schemas.openxmlformats.org/drawingml/2006/main">
            <a:srgbClr val="B24745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17" name="任意形状 16">
            <a:extLst xmlns:a="http://schemas.openxmlformats.org/drawingml/2006/main">
              <a:ext uri="{FF2B5EF4-FFF2-40B4-BE49-F238E27FC236}">
                <a16:creationId xmlns:a16="http://schemas.microsoft.com/office/drawing/2014/main" id="{4F839D0D-8D96-CE6C-71ED-985B70AC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7603" y="2658890"/>
            <a:ext cx="83345" cy="83498"/>
          </a:xfrm>
          <a:custGeom xmlns:a="http://schemas.openxmlformats.org/drawingml/2006/main">
            <a:gdLst>
              <a:gd name="csX0" fmla="*/ 41952 w 83345"/>
              <a:gd name="csY0" fmla="*/ 83634 h 83498"/>
              <a:gd name="csX1" fmla="*/ 71419 w 83345"/>
              <a:gd name="csY1" fmla="*/ 71405 h 83498"/>
              <a:gd name="csX2" fmla="*/ 83625 w 83345"/>
              <a:gd name="csY2" fmla="*/ 41884 h 83498"/>
              <a:gd name="csX3" fmla="*/ 71419 w 83345"/>
              <a:gd name="csY3" fmla="*/ 12363 h 83498"/>
              <a:gd name="csX4" fmla="*/ 41952 w 83345"/>
              <a:gd name="csY4" fmla="*/ 135 h 83498"/>
              <a:gd name="csX5" fmla="*/ 12485 w 83345"/>
              <a:gd name="csY5" fmla="*/ 12363 h 83498"/>
              <a:gd name="csX6" fmla="*/ 279 w 83345"/>
              <a:gd name="csY6" fmla="*/ 41884 h 83498"/>
              <a:gd name="csX7" fmla="*/ 12485 w 83345"/>
              <a:gd name="csY7" fmla="*/ 71405 h 83498"/>
              <a:gd name="csX8" fmla="*/ 41952 w 83345"/>
              <a:gd name="csY8" fmla="*/ 83634 h 83498"/>
            </a:gdLst>
            <a:rect l="l" t="t" r="r" b="b"/>
            <a:pathLst>
              <a:path w="83345" h="83498">
                <a:moveTo>
                  <a:pt x="41952" y="83634"/>
                </a:moveTo>
                <a:cubicBezTo>
                  <a:pt x="53004" y="83634"/>
                  <a:pt x="63604" y="79234"/>
                  <a:pt x="71419" y="71405"/>
                </a:cubicBezTo>
                <a:cubicBezTo>
                  <a:pt x="79234" y="63576"/>
                  <a:pt x="83625" y="52956"/>
                  <a:pt x="83625" y="41884"/>
                </a:cubicBezTo>
                <a:cubicBezTo>
                  <a:pt x="83625" y="30812"/>
                  <a:pt x="79234" y="20192"/>
                  <a:pt x="71419" y="12363"/>
                </a:cubicBezTo>
                <a:cubicBezTo>
                  <a:pt x="63604" y="4534"/>
                  <a:pt x="53004" y="135"/>
                  <a:pt x="41952" y="135"/>
                </a:cubicBezTo>
                <a:cubicBezTo>
                  <a:pt x="30900" y="135"/>
                  <a:pt x="20300" y="4534"/>
                  <a:pt x="12485" y="12363"/>
                </a:cubicBezTo>
                <a:cubicBezTo>
                  <a:pt x="4670" y="20192"/>
                  <a:pt x="279" y="30812"/>
                  <a:pt x="279" y="41884"/>
                </a:cubicBezTo>
                <a:cubicBezTo>
                  <a:pt x="279" y="52956"/>
                  <a:pt x="4670" y="63576"/>
                  <a:pt x="12485" y="71405"/>
                </a:cubicBezTo>
                <a:cubicBezTo>
                  <a:pt x="20300" y="79234"/>
                  <a:pt x="30900" y="83634"/>
                  <a:pt x="41952" y="83634"/>
                </a:cubicBezTo>
                <a:close/>
              </a:path>
            </a:pathLst>
          </a:custGeom>
          <a:solidFill xmlns:a="http://schemas.openxmlformats.org/drawingml/2006/main">
            <a:srgbClr val="B24745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18" name="任意形状 17">
            <a:extLst xmlns:a="http://schemas.openxmlformats.org/drawingml/2006/main">
              <a:ext uri="{FF2B5EF4-FFF2-40B4-BE49-F238E27FC236}">
                <a16:creationId xmlns:a16="http://schemas.microsoft.com/office/drawing/2014/main" id="{5773731C-B3BE-BBD7-75B3-084AFAA3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9389" y="3339600"/>
            <a:ext cx="83345" cy="83498"/>
          </a:xfrm>
          <a:custGeom xmlns:a="http://schemas.openxmlformats.org/drawingml/2006/main">
            <a:gdLst>
              <a:gd name="csX0" fmla="*/ 41924 w 83345"/>
              <a:gd name="csY0" fmla="*/ 83672 h 83498"/>
              <a:gd name="csX1" fmla="*/ 71392 w 83345"/>
              <a:gd name="csY1" fmla="*/ 71444 h 83498"/>
              <a:gd name="csX2" fmla="*/ 83597 w 83345"/>
              <a:gd name="csY2" fmla="*/ 41922 h 83498"/>
              <a:gd name="csX3" fmla="*/ 71392 w 83345"/>
              <a:gd name="csY3" fmla="*/ 12401 h 83498"/>
              <a:gd name="csX4" fmla="*/ 41924 w 83345"/>
              <a:gd name="csY4" fmla="*/ 173 h 83498"/>
              <a:gd name="csX5" fmla="*/ 12457 w 83345"/>
              <a:gd name="csY5" fmla="*/ 12401 h 83498"/>
              <a:gd name="csX6" fmla="*/ 251 w 83345"/>
              <a:gd name="csY6" fmla="*/ 41922 h 83498"/>
              <a:gd name="csX7" fmla="*/ 12457 w 83345"/>
              <a:gd name="csY7" fmla="*/ 71444 h 83498"/>
              <a:gd name="csX8" fmla="*/ 41924 w 83345"/>
              <a:gd name="csY8" fmla="*/ 83672 h 83498"/>
            </a:gdLst>
            <a:rect l="l" t="t" r="r" b="b"/>
            <a:pathLst>
              <a:path w="83345" h="83498">
                <a:moveTo>
                  <a:pt x="41924" y="83672"/>
                </a:moveTo>
                <a:cubicBezTo>
                  <a:pt x="52976" y="83672"/>
                  <a:pt x="63577" y="79273"/>
                  <a:pt x="71392" y="71444"/>
                </a:cubicBezTo>
                <a:cubicBezTo>
                  <a:pt x="79206" y="63614"/>
                  <a:pt x="83597" y="52994"/>
                  <a:pt x="83597" y="41922"/>
                </a:cubicBezTo>
                <a:cubicBezTo>
                  <a:pt x="83597" y="30850"/>
                  <a:pt x="79206" y="20230"/>
                  <a:pt x="71392" y="12401"/>
                </a:cubicBezTo>
                <a:cubicBezTo>
                  <a:pt x="63577" y="4572"/>
                  <a:pt x="52976" y="173"/>
                  <a:pt x="41924" y="173"/>
                </a:cubicBezTo>
                <a:cubicBezTo>
                  <a:pt x="30873" y="173"/>
                  <a:pt x="20272" y="4572"/>
                  <a:pt x="12457" y="12401"/>
                </a:cubicBezTo>
                <a:cubicBezTo>
                  <a:pt x="4642" y="20230"/>
                  <a:pt x="251" y="30850"/>
                  <a:pt x="251" y="41922"/>
                </a:cubicBezTo>
                <a:cubicBezTo>
                  <a:pt x="251" y="52994"/>
                  <a:pt x="4642" y="63614"/>
                  <a:pt x="12457" y="71444"/>
                </a:cubicBezTo>
                <a:cubicBezTo>
                  <a:pt x="20272" y="79273"/>
                  <a:pt x="30873" y="83672"/>
                  <a:pt x="41924" y="83672"/>
                </a:cubicBezTo>
                <a:close/>
              </a:path>
            </a:pathLst>
          </a:custGeom>
          <a:solidFill xmlns:a="http://schemas.openxmlformats.org/drawingml/2006/main">
            <a:srgbClr val="B24745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19" name="任意形状 18">
            <a:extLst xmlns:a="http://schemas.openxmlformats.org/drawingml/2006/main">
              <a:ext uri="{FF2B5EF4-FFF2-40B4-BE49-F238E27FC236}">
                <a16:creationId xmlns:a16="http://schemas.microsoft.com/office/drawing/2014/main" id="{E7B09FD1-6DD1-A0A5-D710-3A811151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3682" y="3199125"/>
            <a:ext cx="83345" cy="83498"/>
          </a:xfrm>
          <a:custGeom xmlns:a="http://schemas.openxmlformats.org/drawingml/2006/main">
            <a:gdLst>
              <a:gd name="csX0" fmla="*/ 41895 w 83345"/>
              <a:gd name="csY0" fmla="*/ 83664 h 83498"/>
              <a:gd name="csX1" fmla="*/ 71362 w 83345"/>
              <a:gd name="csY1" fmla="*/ 71436 h 83498"/>
              <a:gd name="csX2" fmla="*/ 83568 w 83345"/>
              <a:gd name="csY2" fmla="*/ 41915 h 83498"/>
              <a:gd name="csX3" fmla="*/ 71362 w 83345"/>
              <a:gd name="csY3" fmla="*/ 12393 h 83498"/>
              <a:gd name="csX4" fmla="*/ 41895 w 83345"/>
              <a:gd name="csY4" fmla="*/ 165 h 83498"/>
              <a:gd name="csX5" fmla="*/ 12428 w 83345"/>
              <a:gd name="csY5" fmla="*/ 12393 h 83498"/>
              <a:gd name="csX6" fmla="*/ 222 w 83345"/>
              <a:gd name="csY6" fmla="*/ 41915 h 83498"/>
              <a:gd name="csX7" fmla="*/ 12428 w 83345"/>
              <a:gd name="csY7" fmla="*/ 71436 h 83498"/>
              <a:gd name="csX8" fmla="*/ 41895 w 83345"/>
              <a:gd name="csY8" fmla="*/ 83664 h 83498"/>
            </a:gdLst>
            <a:rect l="l" t="t" r="r" b="b"/>
            <a:pathLst>
              <a:path w="83345" h="83498">
                <a:moveTo>
                  <a:pt x="41895" y="83664"/>
                </a:moveTo>
                <a:cubicBezTo>
                  <a:pt x="52947" y="83664"/>
                  <a:pt x="63547" y="79265"/>
                  <a:pt x="71362" y="71436"/>
                </a:cubicBezTo>
                <a:cubicBezTo>
                  <a:pt x="79177" y="63607"/>
                  <a:pt x="83568" y="52987"/>
                  <a:pt x="83568" y="41915"/>
                </a:cubicBezTo>
                <a:cubicBezTo>
                  <a:pt x="83568" y="30843"/>
                  <a:pt x="79177" y="20223"/>
                  <a:pt x="71362" y="12393"/>
                </a:cubicBezTo>
                <a:cubicBezTo>
                  <a:pt x="63547" y="4564"/>
                  <a:pt x="52947" y="165"/>
                  <a:pt x="41895" y="165"/>
                </a:cubicBezTo>
                <a:cubicBezTo>
                  <a:pt x="30843" y="165"/>
                  <a:pt x="20242" y="4564"/>
                  <a:pt x="12428" y="12393"/>
                </a:cubicBezTo>
                <a:cubicBezTo>
                  <a:pt x="4613" y="20223"/>
                  <a:pt x="222" y="30843"/>
                  <a:pt x="222" y="41915"/>
                </a:cubicBezTo>
                <a:cubicBezTo>
                  <a:pt x="222" y="52987"/>
                  <a:pt x="4613" y="63607"/>
                  <a:pt x="12428" y="71436"/>
                </a:cubicBezTo>
                <a:cubicBezTo>
                  <a:pt x="20242" y="79265"/>
                  <a:pt x="30843" y="83664"/>
                  <a:pt x="41895" y="83664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20" name="任意形状 19">
            <a:extLst xmlns:a="http://schemas.openxmlformats.org/drawingml/2006/main">
              <a:ext uri="{FF2B5EF4-FFF2-40B4-BE49-F238E27FC236}">
                <a16:creationId xmlns:a16="http://schemas.microsoft.com/office/drawing/2014/main" id="{F9561506-9E99-50DD-D13C-4B970BD3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9972" y="3879835"/>
            <a:ext cx="83345" cy="83498"/>
          </a:xfrm>
          <a:custGeom xmlns:a="http://schemas.openxmlformats.org/drawingml/2006/main">
            <a:gdLst>
              <a:gd name="csX0" fmla="*/ 41895 w 83345"/>
              <a:gd name="csY0" fmla="*/ 83702 h 83498"/>
              <a:gd name="csX1" fmla="*/ 71362 w 83345"/>
              <a:gd name="csY1" fmla="*/ 71474 h 83498"/>
              <a:gd name="csX2" fmla="*/ 83568 w 83345"/>
              <a:gd name="csY2" fmla="*/ 41953 h 83498"/>
              <a:gd name="csX3" fmla="*/ 71362 w 83345"/>
              <a:gd name="csY3" fmla="*/ 12432 h 83498"/>
              <a:gd name="csX4" fmla="*/ 41895 w 83345"/>
              <a:gd name="csY4" fmla="*/ 204 h 83498"/>
              <a:gd name="csX5" fmla="*/ 12428 w 83345"/>
              <a:gd name="csY5" fmla="*/ 12432 h 83498"/>
              <a:gd name="csX6" fmla="*/ 222 w 83345"/>
              <a:gd name="csY6" fmla="*/ 41953 h 83498"/>
              <a:gd name="csX7" fmla="*/ 12428 w 83345"/>
              <a:gd name="csY7" fmla="*/ 71474 h 83498"/>
              <a:gd name="csX8" fmla="*/ 41895 w 83345"/>
              <a:gd name="csY8" fmla="*/ 83702 h 83498"/>
            </a:gdLst>
            <a:rect l="l" t="t" r="r" b="b"/>
            <a:pathLst>
              <a:path w="83345" h="83498">
                <a:moveTo>
                  <a:pt x="41895" y="83702"/>
                </a:moveTo>
                <a:cubicBezTo>
                  <a:pt x="52947" y="83702"/>
                  <a:pt x="63548" y="79303"/>
                  <a:pt x="71362" y="71474"/>
                </a:cubicBezTo>
                <a:cubicBezTo>
                  <a:pt x="79177" y="63645"/>
                  <a:pt x="83568" y="53025"/>
                  <a:pt x="83568" y="41953"/>
                </a:cubicBezTo>
                <a:cubicBezTo>
                  <a:pt x="83568" y="30881"/>
                  <a:pt x="79177" y="20261"/>
                  <a:pt x="71362" y="12432"/>
                </a:cubicBezTo>
                <a:cubicBezTo>
                  <a:pt x="63548" y="4603"/>
                  <a:pt x="52947" y="204"/>
                  <a:pt x="41895" y="204"/>
                </a:cubicBezTo>
                <a:cubicBezTo>
                  <a:pt x="30843" y="204"/>
                  <a:pt x="20243" y="4603"/>
                  <a:pt x="12428" y="12432"/>
                </a:cubicBezTo>
                <a:cubicBezTo>
                  <a:pt x="4613" y="20261"/>
                  <a:pt x="222" y="30881"/>
                  <a:pt x="222" y="41953"/>
                </a:cubicBezTo>
                <a:cubicBezTo>
                  <a:pt x="222" y="53025"/>
                  <a:pt x="4613" y="63645"/>
                  <a:pt x="12428" y="71474"/>
                </a:cubicBezTo>
                <a:cubicBezTo>
                  <a:pt x="20243" y="79303"/>
                  <a:pt x="30843" y="83702"/>
                  <a:pt x="41895" y="83702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21" name="任意形状 20">
            <a:extLst xmlns:a="http://schemas.openxmlformats.org/drawingml/2006/main">
              <a:ext uri="{FF2B5EF4-FFF2-40B4-BE49-F238E27FC236}">
                <a16:creationId xmlns:a16="http://schemas.microsoft.com/office/drawing/2014/main" id="{4040697C-9ECB-D246-4DC2-CAEF8B3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707" y="3739378"/>
            <a:ext cx="83345" cy="83498"/>
          </a:xfrm>
          <a:custGeom xmlns:a="http://schemas.openxmlformats.org/drawingml/2006/main">
            <a:gdLst>
              <a:gd name="csX0" fmla="*/ 41914 w 83345"/>
              <a:gd name="csY0" fmla="*/ 83694 h 83498"/>
              <a:gd name="csX1" fmla="*/ 71381 w 83345"/>
              <a:gd name="csY1" fmla="*/ 71466 h 83498"/>
              <a:gd name="csX2" fmla="*/ 83587 w 83345"/>
              <a:gd name="csY2" fmla="*/ 41945 h 83498"/>
              <a:gd name="csX3" fmla="*/ 71381 w 83345"/>
              <a:gd name="csY3" fmla="*/ 12424 h 83498"/>
              <a:gd name="csX4" fmla="*/ 41914 w 83345"/>
              <a:gd name="csY4" fmla="*/ 196 h 83498"/>
              <a:gd name="csX5" fmla="*/ 12447 w 83345"/>
              <a:gd name="csY5" fmla="*/ 12424 h 83498"/>
              <a:gd name="csX6" fmla="*/ 241 w 83345"/>
              <a:gd name="csY6" fmla="*/ 41945 h 83498"/>
              <a:gd name="csX7" fmla="*/ 12447 w 83345"/>
              <a:gd name="csY7" fmla="*/ 71466 h 83498"/>
              <a:gd name="csX8" fmla="*/ 41914 w 83345"/>
              <a:gd name="csY8" fmla="*/ 83694 h 83498"/>
            </a:gdLst>
            <a:rect l="l" t="t" r="r" b="b"/>
            <a:pathLst>
              <a:path w="83345" h="83498">
                <a:moveTo>
                  <a:pt x="41914" y="83694"/>
                </a:moveTo>
                <a:cubicBezTo>
                  <a:pt x="52966" y="83694"/>
                  <a:pt x="63566" y="79295"/>
                  <a:pt x="71381" y="71466"/>
                </a:cubicBezTo>
                <a:cubicBezTo>
                  <a:pt x="79196" y="63637"/>
                  <a:pt x="83587" y="53017"/>
                  <a:pt x="83587" y="41945"/>
                </a:cubicBezTo>
                <a:cubicBezTo>
                  <a:pt x="83587" y="30873"/>
                  <a:pt x="79196" y="20253"/>
                  <a:pt x="71381" y="12424"/>
                </a:cubicBezTo>
                <a:cubicBezTo>
                  <a:pt x="63566" y="4595"/>
                  <a:pt x="52966" y="196"/>
                  <a:pt x="41914" y="196"/>
                </a:cubicBezTo>
                <a:cubicBezTo>
                  <a:pt x="30862" y="196"/>
                  <a:pt x="20262" y="4595"/>
                  <a:pt x="12447" y="12424"/>
                </a:cubicBezTo>
                <a:cubicBezTo>
                  <a:pt x="4632" y="20253"/>
                  <a:pt x="241" y="30873"/>
                  <a:pt x="241" y="41945"/>
                </a:cubicBezTo>
                <a:cubicBezTo>
                  <a:pt x="241" y="53017"/>
                  <a:pt x="4632" y="63637"/>
                  <a:pt x="12447" y="71466"/>
                </a:cubicBezTo>
                <a:cubicBezTo>
                  <a:pt x="20262" y="79295"/>
                  <a:pt x="30862" y="83694"/>
                  <a:pt x="41914" y="83694"/>
                </a:cubicBezTo>
                <a:close/>
              </a:path>
            </a:pathLst>
          </a:custGeom>
          <a:solidFill xmlns:a="http://schemas.openxmlformats.org/drawingml/2006/main">
            <a:srgbClr val="B24745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22" name="任意形状 21">
            <a:extLst xmlns:a="http://schemas.openxmlformats.org/drawingml/2006/main">
              <a:ext uri="{FF2B5EF4-FFF2-40B4-BE49-F238E27FC236}">
                <a16:creationId xmlns:a16="http://schemas.microsoft.com/office/drawing/2014/main" id="{C23FE0F3-2222-0E9C-E8FD-84915FE1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0336" y="4420071"/>
            <a:ext cx="83345" cy="83498"/>
          </a:xfrm>
          <a:custGeom xmlns:a="http://schemas.openxmlformats.org/drawingml/2006/main">
            <a:gdLst>
              <a:gd name="csX0" fmla="*/ 41887 w 83345"/>
              <a:gd name="csY0" fmla="*/ 83732 h 83498"/>
              <a:gd name="csX1" fmla="*/ 71354 w 83345"/>
              <a:gd name="csY1" fmla="*/ 71504 h 83498"/>
              <a:gd name="csX2" fmla="*/ 83560 w 83345"/>
              <a:gd name="csY2" fmla="*/ 41983 h 83498"/>
              <a:gd name="csX3" fmla="*/ 71354 w 83345"/>
              <a:gd name="csY3" fmla="*/ 12462 h 83498"/>
              <a:gd name="csX4" fmla="*/ 41887 w 83345"/>
              <a:gd name="csY4" fmla="*/ 234 h 83498"/>
              <a:gd name="csX5" fmla="*/ 12420 w 83345"/>
              <a:gd name="csY5" fmla="*/ 12462 h 83498"/>
              <a:gd name="csX6" fmla="*/ 214 w 83345"/>
              <a:gd name="csY6" fmla="*/ 41983 h 83498"/>
              <a:gd name="csX7" fmla="*/ 12420 w 83345"/>
              <a:gd name="csY7" fmla="*/ 71504 h 83498"/>
              <a:gd name="csX8" fmla="*/ 41887 w 83345"/>
              <a:gd name="csY8" fmla="*/ 83732 h 83498"/>
            </a:gdLst>
            <a:rect l="l" t="t" r="r" b="b"/>
            <a:pathLst>
              <a:path w="83345" h="83498">
                <a:moveTo>
                  <a:pt x="41887" y="83732"/>
                </a:moveTo>
                <a:cubicBezTo>
                  <a:pt x="52939" y="83732"/>
                  <a:pt x="63539" y="79333"/>
                  <a:pt x="71354" y="71504"/>
                </a:cubicBezTo>
                <a:cubicBezTo>
                  <a:pt x="79169" y="63675"/>
                  <a:pt x="83560" y="53055"/>
                  <a:pt x="83560" y="41983"/>
                </a:cubicBezTo>
                <a:cubicBezTo>
                  <a:pt x="83560" y="30911"/>
                  <a:pt x="79169" y="20291"/>
                  <a:pt x="71354" y="12462"/>
                </a:cubicBezTo>
                <a:cubicBezTo>
                  <a:pt x="63539" y="4633"/>
                  <a:pt x="52939" y="234"/>
                  <a:pt x="41887" y="234"/>
                </a:cubicBezTo>
                <a:cubicBezTo>
                  <a:pt x="30835" y="234"/>
                  <a:pt x="20234" y="4633"/>
                  <a:pt x="12420" y="12462"/>
                </a:cubicBezTo>
                <a:cubicBezTo>
                  <a:pt x="4605" y="20291"/>
                  <a:pt x="214" y="30911"/>
                  <a:pt x="214" y="41983"/>
                </a:cubicBezTo>
                <a:cubicBezTo>
                  <a:pt x="214" y="53055"/>
                  <a:pt x="4605" y="63675"/>
                  <a:pt x="12420" y="71504"/>
                </a:cubicBezTo>
                <a:cubicBezTo>
                  <a:pt x="20234" y="79333"/>
                  <a:pt x="30835" y="83732"/>
                  <a:pt x="41887" y="83732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23" name="任意形状 22">
            <a:extLst xmlns:a="http://schemas.openxmlformats.org/drawingml/2006/main">
              <a:ext uri="{FF2B5EF4-FFF2-40B4-BE49-F238E27FC236}">
                <a16:creationId xmlns:a16="http://schemas.microsoft.com/office/drawing/2014/main" id="{76D3F8CE-6987-CEC5-307B-6518AA0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57265" y="4279613"/>
            <a:ext cx="83345" cy="83498"/>
          </a:xfrm>
          <a:custGeom xmlns:a="http://schemas.openxmlformats.org/drawingml/2006/main">
            <a:gdLst>
              <a:gd name="csX0" fmla="*/ 41889 w 83345"/>
              <a:gd name="csY0" fmla="*/ 83725 h 83498"/>
              <a:gd name="csX1" fmla="*/ 71357 w 83345"/>
              <a:gd name="csY1" fmla="*/ 71496 h 83498"/>
              <a:gd name="csX2" fmla="*/ 83562 w 83345"/>
              <a:gd name="csY2" fmla="*/ 41975 h 83498"/>
              <a:gd name="csX3" fmla="*/ 71357 w 83345"/>
              <a:gd name="csY3" fmla="*/ 12454 h 83498"/>
              <a:gd name="csX4" fmla="*/ 41889 w 83345"/>
              <a:gd name="csY4" fmla="*/ 226 h 83498"/>
              <a:gd name="csX5" fmla="*/ 12422 w 83345"/>
              <a:gd name="csY5" fmla="*/ 12454 h 83498"/>
              <a:gd name="csX6" fmla="*/ 216 w 83345"/>
              <a:gd name="csY6" fmla="*/ 41975 h 83498"/>
              <a:gd name="csX7" fmla="*/ 12422 w 83345"/>
              <a:gd name="csY7" fmla="*/ 71496 h 83498"/>
              <a:gd name="csX8" fmla="*/ 41889 w 83345"/>
              <a:gd name="csY8" fmla="*/ 83725 h 83498"/>
            </a:gdLst>
            <a:rect l="l" t="t" r="r" b="b"/>
            <a:pathLst>
              <a:path w="83345" h="83498">
                <a:moveTo>
                  <a:pt x="41889" y="83725"/>
                </a:moveTo>
                <a:cubicBezTo>
                  <a:pt x="52941" y="83725"/>
                  <a:pt x="63542" y="79326"/>
                  <a:pt x="71357" y="71496"/>
                </a:cubicBezTo>
                <a:cubicBezTo>
                  <a:pt x="79171" y="63667"/>
                  <a:pt x="83562" y="53047"/>
                  <a:pt x="83562" y="41975"/>
                </a:cubicBezTo>
                <a:cubicBezTo>
                  <a:pt x="83562" y="30903"/>
                  <a:pt x="79171" y="20283"/>
                  <a:pt x="71357" y="12454"/>
                </a:cubicBezTo>
                <a:cubicBezTo>
                  <a:pt x="63542" y="4625"/>
                  <a:pt x="52941" y="226"/>
                  <a:pt x="41889" y="226"/>
                </a:cubicBezTo>
                <a:cubicBezTo>
                  <a:pt x="30838" y="226"/>
                  <a:pt x="20237" y="4625"/>
                  <a:pt x="12422" y="12454"/>
                </a:cubicBezTo>
                <a:cubicBezTo>
                  <a:pt x="4607" y="20283"/>
                  <a:pt x="216" y="30903"/>
                  <a:pt x="216" y="41975"/>
                </a:cubicBezTo>
                <a:cubicBezTo>
                  <a:pt x="216" y="53047"/>
                  <a:pt x="4607" y="63667"/>
                  <a:pt x="12422" y="71496"/>
                </a:cubicBezTo>
                <a:cubicBezTo>
                  <a:pt x="20237" y="79326"/>
                  <a:pt x="30838" y="83725"/>
                  <a:pt x="41889" y="83725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24" name="任意形状 23">
            <a:extLst xmlns:a="http://schemas.openxmlformats.org/drawingml/2006/main">
              <a:ext uri="{FF2B5EF4-FFF2-40B4-BE49-F238E27FC236}">
                <a16:creationId xmlns:a16="http://schemas.microsoft.com/office/drawing/2014/main" id="{7B1F5A85-99B5-CC5A-3553-B5C40D46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9241" y="4960306"/>
            <a:ext cx="83345" cy="83498"/>
          </a:xfrm>
          <a:custGeom xmlns:a="http://schemas.openxmlformats.org/drawingml/2006/main">
            <a:gdLst>
              <a:gd name="csX0" fmla="*/ 41919 w 83345"/>
              <a:gd name="csY0" fmla="*/ 83763 h 83498"/>
              <a:gd name="csX1" fmla="*/ 71386 w 83345"/>
              <a:gd name="csY1" fmla="*/ 71535 h 83498"/>
              <a:gd name="csX2" fmla="*/ 83592 w 83345"/>
              <a:gd name="csY2" fmla="*/ 42014 h 83498"/>
              <a:gd name="csX3" fmla="*/ 71386 w 83345"/>
              <a:gd name="csY3" fmla="*/ 12492 h 83498"/>
              <a:gd name="csX4" fmla="*/ 41919 w 83345"/>
              <a:gd name="csY4" fmla="*/ 264 h 83498"/>
              <a:gd name="csX5" fmla="*/ 12452 w 83345"/>
              <a:gd name="csY5" fmla="*/ 12492 h 83498"/>
              <a:gd name="csX6" fmla="*/ 246 w 83345"/>
              <a:gd name="csY6" fmla="*/ 42014 h 83498"/>
              <a:gd name="csX7" fmla="*/ 12452 w 83345"/>
              <a:gd name="csY7" fmla="*/ 71535 h 83498"/>
              <a:gd name="csX8" fmla="*/ 41919 w 83345"/>
              <a:gd name="csY8" fmla="*/ 83763 h 83498"/>
            </a:gdLst>
            <a:rect l="l" t="t" r="r" b="b"/>
            <a:pathLst>
              <a:path w="83345" h="83498">
                <a:moveTo>
                  <a:pt x="41919" y="83763"/>
                </a:moveTo>
                <a:cubicBezTo>
                  <a:pt x="52971" y="83763"/>
                  <a:pt x="63571" y="79364"/>
                  <a:pt x="71386" y="71535"/>
                </a:cubicBezTo>
                <a:cubicBezTo>
                  <a:pt x="79201" y="63706"/>
                  <a:pt x="83592" y="53086"/>
                  <a:pt x="83592" y="42014"/>
                </a:cubicBezTo>
                <a:cubicBezTo>
                  <a:pt x="83592" y="30941"/>
                  <a:pt x="79201" y="20322"/>
                  <a:pt x="71386" y="12492"/>
                </a:cubicBezTo>
                <a:cubicBezTo>
                  <a:pt x="63571" y="4663"/>
                  <a:pt x="52971" y="264"/>
                  <a:pt x="41919" y="264"/>
                </a:cubicBezTo>
                <a:cubicBezTo>
                  <a:pt x="30867" y="264"/>
                  <a:pt x="20266" y="4663"/>
                  <a:pt x="12452" y="12492"/>
                </a:cubicBezTo>
                <a:cubicBezTo>
                  <a:pt x="4637" y="20322"/>
                  <a:pt x="246" y="30941"/>
                  <a:pt x="246" y="42014"/>
                </a:cubicBezTo>
                <a:cubicBezTo>
                  <a:pt x="246" y="53086"/>
                  <a:pt x="4637" y="63706"/>
                  <a:pt x="12452" y="71535"/>
                </a:cubicBezTo>
                <a:cubicBezTo>
                  <a:pt x="20266" y="79364"/>
                  <a:pt x="30867" y="83763"/>
                  <a:pt x="41919" y="83763"/>
                </a:cubicBezTo>
                <a:close/>
              </a:path>
            </a:pathLst>
          </a:custGeom>
          <a:solidFill xmlns:a="http://schemas.openxmlformats.org/drawingml/2006/main">
            <a:srgbClr val="B24745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25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AEFBDCE8-29CF-BCC9-914B-72A8E4A4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7632" y="4819849"/>
            <a:ext cx="83345" cy="83498"/>
          </a:xfrm>
          <a:custGeom xmlns:a="http://schemas.openxmlformats.org/drawingml/2006/main">
            <a:gdLst>
              <a:gd name="csX0" fmla="*/ 41903 w 83345"/>
              <a:gd name="csY0" fmla="*/ 83755 h 83498"/>
              <a:gd name="csX1" fmla="*/ 71370 w 83345"/>
              <a:gd name="csY1" fmla="*/ 71527 h 83498"/>
              <a:gd name="csX2" fmla="*/ 83576 w 83345"/>
              <a:gd name="csY2" fmla="*/ 42006 h 83498"/>
              <a:gd name="csX3" fmla="*/ 71370 w 83345"/>
              <a:gd name="csY3" fmla="*/ 12484 h 83498"/>
              <a:gd name="csX4" fmla="*/ 41903 w 83345"/>
              <a:gd name="csY4" fmla="*/ 256 h 83498"/>
              <a:gd name="csX5" fmla="*/ 12436 w 83345"/>
              <a:gd name="csY5" fmla="*/ 12484 h 83498"/>
              <a:gd name="csX6" fmla="*/ 230 w 83345"/>
              <a:gd name="csY6" fmla="*/ 42006 h 83498"/>
              <a:gd name="csX7" fmla="*/ 12436 w 83345"/>
              <a:gd name="csY7" fmla="*/ 71527 h 83498"/>
              <a:gd name="csX8" fmla="*/ 41903 w 83345"/>
              <a:gd name="csY8" fmla="*/ 83755 h 83498"/>
            </a:gdLst>
            <a:rect l="l" t="t" r="r" b="b"/>
            <a:pathLst>
              <a:path w="83345" h="83498">
                <a:moveTo>
                  <a:pt x="41903" y="83755"/>
                </a:moveTo>
                <a:cubicBezTo>
                  <a:pt x="52955" y="83755"/>
                  <a:pt x="63555" y="79356"/>
                  <a:pt x="71370" y="71527"/>
                </a:cubicBezTo>
                <a:cubicBezTo>
                  <a:pt x="79185" y="63698"/>
                  <a:pt x="83576" y="53078"/>
                  <a:pt x="83576" y="42006"/>
                </a:cubicBezTo>
                <a:cubicBezTo>
                  <a:pt x="83576" y="30934"/>
                  <a:pt x="79185" y="20314"/>
                  <a:pt x="71370" y="12484"/>
                </a:cubicBezTo>
                <a:cubicBezTo>
                  <a:pt x="63555" y="4655"/>
                  <a:pt x="52955" y="256"/>
                  <a:pt x="41903" y="256"/>
                </a:cubicBezTo>
                <a:cubicBezTo>
                  <a:pt x="30851" y="256"/>
                  <a:pt x="20251" y="4655"/>
                  <a:pt x="12436" y="12484"/>
                </a:cubicBezTo>
                <a:cubicBezTo>
                  <a:pt x="4621" y="20314"/>
                  <a:pt x="230" y="30934"/>
                  <a:pt x="230" y="42006"/>
                </a:cubicBezTo>
                <a:cubicBezTo>
                  <a:pt x="230" y="53078"/>
                  <a:pt x="4621" y="63698"/>
                  <a:pt x="12436" y="71527"/>
                </a:cubicBezTo>
                <a:cubicBezTo>
                  <a:pt x="20251" y="79356"/>
                  <a:pt x="30851" y="83755"/>
                  <a:pt x="41903" y="83755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7105">
            <a:solidFill>
              <a:srgbClr val="FFFFFF"/>
            </a:solidFill>
            <a:prstDash val="solid"/>
          </a:ln>
        </p:spPr>
      </p:sp>
      <p:sp>
        <p:nvSpPr>
          <p:cNvPr id="28" name="任意形状 27">
            <a:extLst xmlns:a="http://schemas.openxmlformats.org/drawingml/2006/main">
              <a:ext uri="{FF2B5EF4-FFF2-40B4-BE49-F238E27FC236}">
                <a16:creationId xmlns:a16="http://schemas.microsoft.com/office/drawing/2014/main" id="{CCE4E5EE-0DA9-D80B-09B3-D794B94C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3076" y="5198161"/>
            <a:ext cx="17769" cy="62306"/>
          </a:xfrm>
          <a:custGeom xmlns:a="http://schemas.openxmlformats.org/drawingml/2006/main">
            <a:gdLst>
              <a:gd name="csX0" fmla="*/ 149 w 17769"/>
              <a:gd name="csY0" fmla="*/ 275 h 62306"/>
              <a:gd name="csX1" fmla="*/ 149 w 17769"/>
              <a:gd name="csY1" fmla="*/ 62582 h 62306"/>
            </a:gdLst>
            <a:rect l="l" t="t" r="r" b="b"/>
            <a:pathLst>
              <a:path w="17769" h="62306">
                <a:moveTo>
                  <a:pt x="149" y="275"/>
                </a:moveTo>
                <a:lnTo>
                  <a:pt x="149" y="625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B64D783E-2D4D-72F9-C1F4-2B53101D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98191" y="5266182"/>
            <a:ext cx="722416" cy="3300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−0.75</a:t>
            </a:r>
          </a:p>
        </p:txBody>
      </p:sp>
      <p:sp>
        <p:nvSpPr>
          <p:cNvPr id="31" name="任意形状 30">
            <a:extLst xmlns:a="http://schemas.openxmlformats.org/drawingml/2006/main">
              <a:ext uri="{FF2B5EF4-FFF2-40B4-BE49-F238E27FC236}">
                <a16:creationId xmlns:a16="http://schemas.microsoft.com/office/drawing/2014/main" id="{99597EBB-E5D5-2FA1-030B-4A39015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0290" y="5198161"/>
            <a:ext cx="17769" cy="62306"/>
          </a:xfrm>
          <a:custGeom xmlns:a="http://schemas.openxmlformats.org/drawingml/2006/main">
            <a:gdLst>
              <a:gd name="csX0" fmla="*/ 178 w 17769"/>
              <a:gd name="csY0" fmla="*/ 275 h 62306"/>
              <a:gd name="csX1" fmla="*/ 178 w 17769"/>
              <a:gd name="csY1" fmla="*/ 62582 h 62306"/>
            </a:gdLst>
            <a:rect l="l" t="t" r="r" b="b"/>
            <a:pathLst>
              <a:path w="17769" h="62306">
                <a:moveTo>
                  <a:pt x="178" y="275"/>
                </a:moveTo>
                <a:lnTo>
                  <a:pt x="178" y="625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552F5CA-9FC9-B241-46C1-52A4C958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5404" y="5266182"/>
            <a:ext cx="722416" cy="3300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−0.50</a:t>
            </a:r>
          </a:p>
        </p:txBody>
      </p:sp>
      <p:sp>
        <p:nvSpPr>
          <p:cNvPr id="34" name="任意形状 33">
            <a:extLst xmlns:a="http://schemas.openxmlformats.org/drawingml/2006/main">
              <a:ext uri="{FF2B5EF4-FFF2-40B4-BE49-F238E27FC236}">
                <a16:creationId xmlns:a16="http://schemas.microsoft.com/office/drawing/2014/main" id="{3C94DF5E-2F98-39B2-AF8F-FF1348E7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7521" y="5198161"/>
            <a:ext cx="17769" cy="62306"/>
          </a:xfrm>
          <a:custGeom xmlns:a="http://schemas.openxmlformats.org/drawingml/2006/main">
            <a:gdLst>
              <a:gd name="csX0" fmla="*/ 207 w 17769"/>
              <a:gd name="csY0" fmla="*/ 275 h 62306"/>
              <a:gd name="csX1" fmla="*/ 207 w 17769"/>
              <a:gd name="csY1" fmla="*/ 62582 h 62306"/>
            </a:gdLst>
            <a:rect l="l" t="t" r="r" b="b"/>
            <a:pathLst>
              <a:path w="17769" h="62306">
                <a:moveTo>
                  <a:pt x="207" y="275"/>
                </a:moveTo>
                <a:lnTo>
                  <a:pt x="207" y="625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FD9CE53-C284-231A-39B5-94FBEEEC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32636" y="5266182"/>
            <a:ext cx="722416" cy="3300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−0.25</a:t>
            </a:r>
          </a:p>
        </p:txBody>
      </p:sp>
      <p:sp>
        <p:nvSpPr>
          <p:cNvPr id="37" name="任意形状 36">
            <a:extLst xmlns:a="http://schemas.openxmlformats.org/drawingml/2006/main">
              <a:ext uri="{FF2B5EF4-FFF2-40B4-BE49-F238E27FC236}">
                <a16:creationId xmlns:a16="http://schemas.microsoft.com/office/drawing/2014/main" id="{B39DA0BF-80FC-B3D5-79DA-3CE758C7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4735" y="5198161"/>
            <a:ext cx="17769" cy="62306"/>
          </a:xfrm>
          <a:custGeom xmlns:a="http://schemas.openxmlformats.org/drawingml/2006/main">
            <a:gdLst>
              <a:gd name="csX0" fmla="*/ 237 w 17769"/>
              <a:gd name="csY0" fmla="*/ 275 h 62306"/>
              <a:gd name="csX1" fmla="*/ 237 w 17769"/>
              <a:gd name="csY1" fmla="*/ 62582 h 62306"/>
            </a:gdLst>
            <a:rect l="l" t="t" r="r" b="b"/>
            <a:pathLst>
              <a:path w="17769" h="62306">
                <a:moveTo>
                  <a:pt x="237" y="275"/>
                </a:moveTo>
                <a:lnTo>
                  <a:pt x="237" y="625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B103D50-725D-515C-FE4F-D13E01C8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2112" y="5266182"/>
            <a:ext cx="597892" cy="3300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40" name="任意形状 39">
            <a:extLst xmlns:a="http://schemas.openxmlformats.org/drawingml/2006/main">
              <a:ext uri="{FF2B5EF4-FFF2-40B4-BE49-F238E27FC236}">
                <a16:creationId xmlns:a16="http://schemas.microsoft.com/office/drawing/2014/main" id="{E6175A47-EC4D-7ACB-336C-07C9A8E6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1948" y="5198161"/>
            <a:ext cx="17769" cy="62306"/>
          </a:xfrm>
          <a:custGeom xmlns:a="http://schemas.openxmlformats.org/drawingml/2006/main">
            <a:gdLst>
              <a:gd name="csX0" fmla="*/ 266 w 17769"/>
              <a:gd name="csY0" fmla="*/ 275 h 62306"/>
              <a:gd name="csX1" fmla="*/ 266 w 17769"/>
              <a:gd name="csY1" fmla="*/ 62582 h 62306"/>
            </a:gdLst>
            <a:rect l="l" t="t" r="r" b="b"/>
            <a:pathLst>
              <a:path w="17769" h="62306">
                <a:moveTo>
                  <a:pt x="266" y="275"/>
                </a:moveTo>
                <a:lnTo>
                  <a:pt x="266" y="625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D30C2D4B-9308-6338-CC93-426B6013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9325" y="5266182"/>
            <a:ext cx="597892" cy="3300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43" name="任意形状 42">
            <a:extLst xmlns:a="http://schemas.openxmlformats.org/drawingml/2006/main">
              <a:ext uri="{FF2B5EF4-FFF2-40B4-BE49-F238E27FC236}">
                <a16:creationId xmlns:a16="http://schemas.microsoft.com/office/drawing/2014/main" id="{B0E3A943-0681-F60A-239C-5F1091F9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9180" y="5198161"/>
            <a:ext cx="17769" cy="62306"/>
          </a:xfrm>
          <a:custGeom xmlns:a="http://schemas.openxmlformats.org/drawingml/2006/main">
            <a:gdLst>
              <a:gd name="csX0" fmla="*/ 295 w 17769"/>
              <a:gd name="csY0" fmla="*/ 275 h 62306"/>
              <a:gd name="csX1" fmla="*/ 295 w 17769"/>
              <a:gd name="csY1" fmla="*/ 62582 h 62306"/>
            </a:gdLst>
            <a:rect l="l" t="t" r="r" b="b"/>
            <a:pathLst>
              <a:path w="17769" h="62306">
                <a:moveTo>
                  <a:pt x="295" y="275"/>
                </a:moveTo>
                <a:lnTo>
                  <a:pt x="295" y="625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936088F7-AEF9-9DAA-49F9-8F9B73DD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46556" y="5266182"/>
            <a:ext cx="597892" cy="3300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E7CFB0C9-D86E-9D9C-2933-2060BFA5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0632" y="5570121"/>
            <a:ext cx="249619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gene contribution to T48 ΔZ</a:t>
            </a:r>
          </a:p>
        </p:txBody>
      </p:sp>
      <p:sp>
        <p:nvSpPr>
          <p:cNvPr id="48" name="任意形状 47">
            <a:extLst xmlns:a="http://schemas.openxmlformats.org/drawingml/2006/main">
              <a:ext uri="{FF2B5EF4-FFF2-40B4-BE49-F238E27FC236}">
                <a16:creationId xmlns:a16="http://schemas.microsoft.com/office/drawing/2014/main" id="{840A0E4F-6A07-CA3B-E3F2-93E282D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9704" y="1150164"/>
            <a:ext cx="62192" cy="17801"/>
          </a:xfrm>
          <a:custGeom xmlns:a="http://schemas.openxmlformats.org/drawingml/2006/main">
            <a:gdLst>
              <a:gd name="csX0" fmla="*/ 62319 w 62192"/>
              <a:gd name="csY0" fmla="*/ 48 h 17801"/>
              <a:gd name="csX1" fmla="*/ 127 w 62192"/>
              <a:gd name="csY1" fmla="*/ 48 h 17801"/>
            </a:gdLst>
            <a:rect l="l" t="t" r="r" b="b"/>
            <a:pathLst>
              <a:path w="62192" h="17801">
                <a:moveTo>
                  <a:pt x="62319" y="48"/>
                </a:moveTo>
                <a:lnTo>
                  <a:pt x="127" y="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9B901C82-EB0E-C85F-2E57-57B3E754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2086" y="987472"/>
            <a:ext cx="2064193" cy="286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SIG001 Sepsis MetaScore</a:t>
            </a:r>
          </a:p>
        </p:txBody>
      </p:sp>
      <p:sp>
        <p:nvSpPr>
          <p:cNvPr id="51" name="任意形状 50">
            <a:extLst xmlns:a="http://schemas.openxmlformats.org/drawingml/2006/main">
              <a:ext uri="{FF2B5EF4-FFF2-40B4-BE49-F238E27FC236}">
                <a16:creationId xmlns:a16="http://schemas.microsoft.com/office/drawing/2014/main" id="{3B029A0F-EA62-49CF-CBAC-C368ABC3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9704" y="1690401"/>
            <a:ext cx="62192" cy="17801"/>
          </a:xfrm>
          <a:custGeom xmlns:a="http://schemas.openxmlformats.org/drawingml/2006/main">
            <a:gdLst>
              <a:gd name="csX0" fmla="*/ 62319 w 62192"/>
              <a:gd name="csY0" fmla="*/ 78 h 17801"/>
              <a:gd name="csX1" fmla="*/ 127 w 62192"/>
              <a:gd name="csY1" fmla="*/ 78 h 17801"/>
            </a:gdLst>
            <a:rect l="l" t="t" r="r" b="b"/>
            <a:pathLst>
              <a:path w="62192" h="17801">
                <a:moveTo>
                  <a:pt x="62319" y="78"/>
                </a:moveTo>
                <a:lnTo>
                  <a:pt x="127" y="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C90F7E18-3FD1-B1DB-5DD0-9F63C63E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9959" y="1510236"/>
            <a:ext cx="1808429" cy="286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SIG002 SeptiCyte LAB</a:t>
            </a:r>
          </a:p>
        </p:txBody>
      </p:sp>
      <p:sp>
        <p:nvSpPr>
          <p:cNvPr id="54" name="任意形状 53">
            <a:extLst xmlns:a="http://schemas.openxmlformats.org/drawingml/2006/main">
              <a:ext uri="{FF2B5EF4-FFF2-40B4-BE49-F238E27FC236}">
                <a16:creationId xmlns:a16="http://schemas.microsoft.com/office/drawing/2014/main" id="{888529DE-E29F-3890-B1C4-59BB942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9704" y="2230633"/>
            <a:ext cx="62192" cy="17801"/>
          </a:xfrm>
          <a:custGeom xmlns:a="http://schemas.openxmlformats.org/drawingml/2006/main">
            <a:gdLst>
              <a:gd name="csX0" fmla="*/ 62319 w 62192"/>
              <a:gd name="csY0" fmla="*/ 109 h 17801"/>
              <a:gd name="csX1" fmla="*/ 127 w 62192"/>
              <a:gd name="csY1" fmla="*/ 109 h 17801"/>
            </a:gdLst>
            <a:rect l="l" t="t" r="r" b="b"/>
            <a:pathLst>
              <a:path w="62192" h="17801">
                <a:moveTo>
                  <a:pt x="62319" y="109"/>
                </a:moveTo>
                <a:lnTo>
                  <a:pt x="127" y="1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8A57FEE5-A9A8-BE70-4405-60E0FCA5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5672" y="2049782"/>
            <a:ext cx="1788214" cy="286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SIG003 FAIM3:PLAC8</a:t>
            </a:r>
          </a:p>
        </p:txBody>
      </p:sp>
      <p:sp>
        <p:nvSpPr>
          <p:cNvPr id="57" name="任意形状 56">
            <a:extLst xmlns:a="http://schemas.openxmlformats.org/drawingml/2006/main">
              <a:ext uri="{FF2B5EF4-FFF2-40B4-BE49-F238E27FC236}">
                <a16:creationId xmlns:a16="http://schemas.microsoft.com/office/drawing/2014/main" id="{AE426BA9-FC0D-9A37-78BB-F8B07C17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9704" y="2770868"/>
            <a:ext cx="62192" cy="17801"/>
          </a:xfrm>
          <a:custGeom xmlns:a="http://schemas.openxmlformats.org/drawingml/2006/main">
            <a:gdLst>
              <a:gd name="csX0" fmla="*/ 62319 w 62192"/>
              <a:gd name="csY0" fmla="*/ 139 h 17801"/>
              <a:gd name="csX1" fmla="*/ 127 w 62192"/>
              <a:gd name="csY1" fmla="*/ 139 h 17801"/>
            </a:gdLst>
            <a:rect l="l" t="t" r="r" b="b"/>
            <a:pathLst>
              <a:path w="62192" h="17801">
                <a:moveTo>
                  <a:pt x="62319" y="139"/>
                </a:moveTo>
                <a:lnTo>
                  <a:pt x="127" y="1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E5C8DCD4-EE2D-6D1C-3758-3279FDD7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41659" y="2572545"/>
            <a:ext cx="1116235" cy="286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SIG004 sNIP</a:t>
            </a:r>
          </a:p>
        </p:txBody>
      </p:sp>
      <p:sp>
        <p:nvSpPr>
          <p:cNvPr id="60" name="任意形状 59">
            <a:extLst xmlns:a="http://schemas.openxmlformats.org/drawingml/2006/main">
              <a:ext uri="{FF2B5EF4-FFF2-40B4-BE49-F238E27FC236}">
                <a16:creationId xmlns:a16="http://schemas.microsoft.com/office/drawing/2014/main" id="{E3AD159D-B919-3DFC-3426-808872EF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9704" y="3311121"/>
            <a:ext cx="62192" cy="17801"/>
          </a:xfrm>
          <a:custGeom xmlns:a="http://schemas.openxmlformats.org/drawingml/2006/main">
            <a:gdLst>
              <a:gd name="csX0" fmla="*/ 62319 w 62192"/>
              <a:gd name="csY0" fmla="*/ 169 h 17801"/>
              <a:gd name="csX1" fmla="*/ 127 w 62192"/>
              <a:gd name="csY1" fmla="*/ 169 h 17801"/>
            </a:gdLst>
            <a:rect l="l" t="t" r="r" b="b"/>
            <a:pathLst>
              <a:path w="62192" h="17801">
                <a:moveTo>
                  <a:pt x="62319" y="169"/>
                </a:moveTo>
                <a:lnTo>
                  <a:pt x="127" y="1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61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C242DC70-D5AE-FDAD-2C34-2BF96626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1081" y="3142896"/>
            <a:ext cx="2570434" cy="286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SIG022 Bacterial/Viral MetaScore</a:t>
            </a:r>
          </a:p>
        </p:txBody>
      </p:sp>
      <p:sp>
        <p:nvSpPr>
          <p:cNvPr id="63" name="任意形状 62">
            <a:extLst xmlns:a="http://schemas.openxmlformats.org/drawingml/2006/main">
              <a:ext uri="{FF2B5EF4-FFF2-40B4-BE49-F238E27FC236}">
                <a16:creationId xmlns:a16="http://schemas.microsoft.com/office/drawing/2014/main" id="{FFCBBF8A-EC2F-6F57-5C81-2461BCB8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9704" y="3851356"/>
            <a:ext cx="62192" cy="17801"/>
          </a:xfrm>
          <a:custGeom xmlns:a="http://schemas.openxmlformats.org/drawingml/2006/main">
            <a:gdLst>
              <a:gd name="csX0" fmla="*/ 62319 w 62192"/>
              <a:gd name="csY0" fmla="*/ 200 h 17801"/>
              <a:gd name="csX1" fmla="*/ 127 w 62192"/>
              <a:gd name="csY1" fmla="*/ 200 h 17801"/>
            </a:gdLst>
            <a:rect l="l" t="t" r="r" b="b"/>
            <a:pathLst>
              <a:path w="62192" h="17801">
                <a:moveTo>
                  <a:pt x="62319" y="200"/>
                </a:moveTo>
                <a:lnTo>
                  <a:pt x="127" y="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F054E69F-0C26-B82B-FDBC-9C74011F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846" y="3659533"/>
            <a:ext cx="2735650" cy="286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SIG023 Herberg two-transcript DRS</a:t>
            </a:r>
          </a:p>
        </p:txBody>
      </p:sp>
      <p:sp>
        <p:nvSpPr>
          <p:cNvPr id="66" name="任意形状 65">
            <a:extLst xmlns:a="http://schemas.openxmlformats.org/drawingml/2006/main">
              <a:ext uri="{FF2B5EF4-FFF2-40B4-BE49-F238E27FC236}">
                <a16:creationId xmlns:a16="http://schemas.microsoft.com/office/drawing/2014/main" id="{3A785861-D04F-2878-B81B-F0D92F51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9704" y="4391591"/>
            <a:ext cx="62192" cy="17801"/>
          </a:xfrm>
          <a:custGeom xmlns:a="http://schemas.openxmlformats.org/drawingml/2006/main">
            <a:gdLst>
              <a:gd name="csX0" fmla="*/ 62319 w 62192"/>
              <a:gd name="csY0" fmla="*/ 230 h 17801"/>
              <a:gd name="csX1" fmla="*/ 127 w 62192"/>
              <a:gd name="csY1" fmla="*/ 230 h 17801"/>
            </a:gdLst>
            <a:rect l="l" t="t" r="r" b="b"/>
            <a:pathLst>
              <a:path w="62192" h="17801">
                <a:moveTo>
                  <a:pt x="62319" y="230"/>
                </a:moveTo>
                <a:lnTo>
                  <a:pt x="127" y="2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67" name="文本框 66">
            <a:extLst xmlns:a="http://schemas.openxmlformats.org/drawingml/2006/main">
              <a:ext uri="{FF2B5EF4-FFF2-40B4-BE49-F238E27FC236}">
                <a16:creationId xmlns:a16="http://schemas.microsoft.com/office/drawing/2014/main" id="{D070CDA7-8DA4-35AA-3C78-B2943C18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9014" y="4199770"/>
            <a:ext cx="2958626" cy="286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SIG033 Lin seven-gene mortality score</a:t>
            </a:r>
          </a:p>
        </p:txBody>
      </p:sp>
      <p:sp>
        <p:nvSpPr>
          <p:cNvPr id="69" name="任意形状 68">
            <a:extLst xmlns:a="http://schemas.openxmlformats.org/drawingml/2006/main">
              <a:ext uri="{FF2B5EF4-FFF2-40B4-BE49-F238E27FC236}">
                <a16:creationId xmlns:a16="http://schemas.microsoft.com/office/drawing/2014/main" id="{0D6EB62B-E87F-04D0-73D5-B1FB34D7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9704" y="4931827"/>
            <a:ext cx="62192" cy="17801"/>
          </a:xfrm>
          <a:custGeom xmlns:a="http://schemas.openxmlformats.org/drawingml/2006/main">
            <a:gdLst>
              <a:gd name="csX0" fmla="*/ 62319 w 62192"/>
              <a:gd name="csY0" fmla="*/ 260 h 17801"/>
              <a:gd name="csX1" fmla="*/ 127 w 62192"/>
              <a:gd name="csY1" fmla="*/ 260 h 17801"/>
            </a:gdLst>
            <a:rect l="l" t="t" r="r" b="b"/>
            <a:pathLst>
              <a:path w="62192" h="17801">
                <a:moveTo>
                  <a:pt x="62319" y="260"/>
                </a:moveTo>
                <a:lnTo>
                  <a:pt x="127" y="2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70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ECCE34E7-D59A-5188-BC6B-1DBE73FB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0920" y="4756783"/>
            <a:ext cx="2255894" cy="286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9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SIG034 Severe-or-Mild score</a:t>
            </a:r>
          </a:p>
        </p:txBody>
      </p:sp>
      <p:sp>
        <p:nvSpPr>
          <p:cNvPr id="71" name="任意形状 70">
            <a:extLst xmlns:a="http://schemas.openxmlformats.org/drawingml/2006/main">
              <a:ext uri="{FF2B5EF4-FFF2-40B4-BE49-F238E27FC236}">
                <a16:creationId xmlns:a16="http://schemas.microsoft.com/office/drawing/2014/main" id="{ED57B6EC-103F-08C6-F9E8-3809DFE7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1105" y="1220394"/>
            <a:ext cx="578997" cy="17801"/>
          </a:xfrm>
          <a:custGeom xmlns:a="http://schemas.openxmlformats.org/drawingml/2006/main">
            <a:gdLst>
              <a:gd name="csX0" fmla="*/ 0 w 578997"/>
              <a:gd name="csY0" fmla="*/ 0 h 17801"/>
              <a:gd name="csX1" fmla="*/ 578998 w 578997"/>
              <a:gd name="csY1" fmla="*/ 0 h 17801"/>
            </a:gdLst>
            <a:rect l="l" t="t" r="r" b="b"/>
            <a:pathLst>
              <a:path w="578997" h="17801">
                <a:moveTo>
                  <a:pt x="0" y="0"/>
                </a:moveTo>
                <a:lnTo>
                  <a:pt x="578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2F6B8A"/>
            </a:solidFill>
            <a:prstDash val="solid"/>
          </a:ln>
        </p:spPr>
      </p:sp>
      <p:sp>
        <p:nvSpPr>
          <p:cNvPr id="72" name="任意形状 71">
            <a:extLst xmlns:a="http://schemas.openxmlformats.org/drawingml/2006/main">
              <a:ext uri="{FF2B5EF4-FFF2-40B4-BE49-F238E27FC236}">
                <a16:creationId xmlns:a16="http://schemas.microsoft.com/office/drawing/2014/main" id="{D8D6FCF3-872D-11D2-6B9D-A8699CAE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7383" y="1079933"/>
            <a:ext cx="801186" cy="17801"/>
          </a:xfrm>
          <a:custGeom xmlns:a="http://schemas.openxmlformats.org/drawingml/2006/main">
            <a:gdLst>
              <a:gd name="csX0" fmla="*/ 0 w 801186"/>
              <a:gd name="csY0" fmla="*/ 0 h 17801"/>
              <a:gd name="csX1" fmla="*/ 801186 w 801186"/>
              <a:gd name="csY1" fmla="*/ 0 h 17801"/>
            </a:gdLst>
            <a:rect l="l" t="t" r="r" b="b"/>
            <a:pathLst>
              <a:path w="801186" h="17801">
                <a:moveTo>
                  <a:pt x="0" y="0"/>
                </a:moveTo>
                <a:lnTo>
                  <a:pt x="801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2F6B8A"/>
            </a:solidFill>
            <a:prstDash val="solid"/>
          </a:ln>
        </p:spPr>
      </p:sp>
      <p:sp>
        <p:nvSpPr>
          <p:cNvPr id="73" name="任意形状 72">
            <a:extLst xmlns:a="http://schemas.openxmlformats.org/drawingml/2006/main">
              <a:ext uri="{FF2B5EF4-FFF2-40B4-BE49-F238E27FC236}">
                <a16:creationId xmlns:a16="http://schemas.microsoft.com/office/drawing/2014/main" id="{79691236-06D7-F474-3328-8D1536CC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1213" y="1760633"/>
            <a:ext cx="1072897" cy="17801"/>
          </a:xfrm>
          <a:custGeom xmlns:a="http://schemas.openxmlformats.org/drawingml/2006/main">
            <a:gdLst>
              <a:gd name="csX0" fmla="*/ 0 w 1072897"/>
              <a:gd name="csY0" fmla="*/ 0 h 17801"/>
              <a:gd name="csX1" fmla="*/ 1072898 w 1072897"/>
              <a:gd name="csY1" fmla="*/ 0 h 17801"/>
            </a:gdLst>
            <a:rect l="l" t="t" r="r" b="b"/>
            <a:pathLst>
              <a:path w="1072897" h="17801">
                <a:moveTo>
                  <a:pt x="0" y="0"/>
                </a:moveTo>
                <a:lnTo>
                  <a:pt x="10728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2F6B8A"/>
            </a:solidFill>
            <a:prstDash val="solid"/>
          </a:ln>
        </p:spPr>
      </p:sp>
      <p:sp>
        <p:nvSpPr>
          <p:cNvPr id="74" name="任意形状 73">
            <a:extLst xmlns:a="http://schemas.openxmlformats.org/drawingml/2006/main">
              <a:ext uri="{FF2B5EF4-FFF2-40B4-BE49-F238E27FC236}">
                <a16:creationId xmlns:a16="http://schemas.microsoft.com/office/drawing/2014/main" id="{AC669CD7-3AFA-F7C0-4D90-A5F035D2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0795" y="1620170"/>
            <a:ext cx="1045159" cy="17801"/>
          </a:xfrm>
          <a:custGeom xmlns:a="http://schemas.openxmlformats.org/drawingml/2006/main">
            <a:gdLst>
              <a:gd name="csX0" fmla="*/ 0 w 1045159"/>
              <a:gd name="csY0" fmla="*/ 0 h 17801"/>
              <a:gd name="csX1" fmla="*/ 1045160 w 1045159"/>
              <a:gd name="csY1" fmla="*/ 0 h 17801"/>
            </a:gdLst>
            <a:rect l="l" t="t" r="r" b="b"/>
            <a:pathLst>
              <a:path w="1045159" h="17801">
                <a:moveTo>
                  <a:pt x="0" y="0"/>
                </a:moveTo>
                <a:lnTo>
                  <a:pt x="1045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B24745"/>
            </a:solidFill>
            <a:prstDash val="solid"/>
          </a:ln>
        </p:spPr>
      </p:sp>
      <p:sp>
        <p:nvSpPr>
          <p:cNvPr id="75" name="任意形状 74">
            <a:extLst xmlns:a="http://schemas.openxmlformats.org/drawingml/2006/main">
              <a:ext uri="{FF2B5EF4-FFF2-40B4-BE49-F238E27FC236}">
                <a16:creationId xmlns:a16="http://schemas.microsoft.com/office/drawing/2014/main" id="{A92E97E7-E261-D245-1A2B-6ECAB52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06139" y="2300861"/>
            <a:ext cx="675716" cy="17801"/>
          </a:xfrm>
          <a:custGeom xmlns:a="http://schemas.openxmlformats.org/drawingml/2006/main">
            <a:gdLst>
              <a:gd name="csX0" fmla="*/ 0 w 675716"/>
              <a:gd name="csY0" fmla="*/ 0 h 17801"/>
              <a:gd name="csX1" fmla="*/ 675717 w 675716"/>
              <a:gd name="csY1" fmla="*/ 0 h 17801"/>
            </a:gdLst>
            <a:rect l="l" t="t" r="r" b="b"/>
            <a:pathLst>
              <a:path w="675716" h="17801">
                <a:moveTo>
                  <a:pt x="0" y="0"/>
                </a:moveTo>
                <a:lnTo>
                  <a:pt x="6757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2F6B8A"/>
            </a:solidFill>
            <a:prstDash val="solid"/>
          </a:ln>
        </p:spPr>
      </p:sp>
      <p:sp>
        <p:nvSpPr>
          <p:cNvPr id="76" name="任意形状 75">
            <a:extLst xmlns:a="http://schemas.openxmlformats.org/drawingml/2006/main">
              <a:ext uri="{FF2B5EF4-FFF2-40B4-BE49-F238E27FC236}">
                <a16:creationId xmlns:a16="http://schemas.microsoft.com/office/drawing/2014/main" id="{CE40AEEA-0244-9B8E-8993-5AA9B22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1254" y="2160404"/>
            <a:ext cx="899965" cy="17801"/>
          </a:xfrm>
          <a:custGeom xmlns:a="http://schemas.openxmlformats.org/drawingml/2006/main">
            <a:gdLst>
              <a:gd name="csX0" fmla="*/ 0 w 899965"/>
              <a:gd name="csY0" fmla="*/ 0 h 17801"/>
              <a:gd name="csX1" fmla="*/ 899966 w 899965"/>
              <a:gd name="csY1" fmla="*/ 0 h 17801"/>
            </a:gdLst>
            <a:rect l="l" t="t" r="r" b="b"/>
            <a:pathLst>
              <a:path w="899965" h="17801">
                <a:moveTo>
                  <a:pt x="0" y="0"/>
                </a:moveTo>
                <a:lnTo>
                  <a:pt x="8999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2F6B8A"/>
            </a:solidFill>
            <a:prstDash val="solid"/>
          </a:ln>
        </p:spPr>
      </p:sp>
      <p:sp>
        <p:nvSpPr>
          <p:cNvPr id="77" name="任意形状 76">
            <a:extLst xmlns:a="http://schemas.openxmlformats.org/drawingml/2006/main">
              <a:ext uri="{FF2B5EF4-FFF2-40B4-BE49-F238E27FC236}">
                <a16:creationId xmlns:a16="http://schemas.microsoft.com/office/drawing/2014/main" id="{BFFB6249-2B0C-70FE-ED62-A85A6E71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03619" y="2841114"/>
            <a:ext cx="529510" cy="17801"/>
          </a:xfrm>
          <a:custGeom xmlns:a="http://schemas.openxmlformats.org/drawingml/2006/main">
            <a:gdLst>
              <a:gd name="csX0" fmla="*/ 0 w 529510"/>
              <a:gd name="csY0" fmla="*/ 0 h 17801"/>
              <a:gd name="csX1" fmla="*/ 529510 w 529510"/>
              <a:gd name="csY1" fmla="*/ 0 h 17801"/>
            </a:gdLst>
            <a:rect l="l" t="t" r="r" b="b"/>
            <a:pathLst>
              <a:path w="529510" h="17801">
                <a:moveTo>
                  <a:pt x="0" y="0"/>
                </a:moveTo>
                <a:lnTo>
                  <a:pt x="5295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B24745"/>
            </a:solidFill>
            <a:prstDash val="solid"/>
          </a:ln>
        </p:spPr>
      </p:sp>
      <p:sp>
        <p:nvSpPr>
          <p:cNvPr id="78" name="任意形状 77">
            <a:extLst xmlns:a="http://schemas.openxmlformats.org/drawingml/2006/main">
              <a:ext uri="{FF2B5EF4-FFF2-40B4-BE49-F238E27FC236}">
                <a16:creationId xmlns:a16="http://schemas.microsoft.com/office/drawing/2014/main" id="{0909713E-053B-0D66-1715-D139AF86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0839" y="2700639"/>
            <a:ext cx="856875" cy="17801"/>
          </a:xfrm>
          <a:custGeom xmlns:a="http://schemas.openxmlformats.org/drawingml/2006/main">
            <a:gdLst>
              <a:gd name="csX0" fmla="*/ 0 w 856875"/>
              <a:gd name="csY0" fmla="*/ 0 h 17801"/>
              <a:gd name="csX1" fmla="*/ 856875 w 856875"/>
              <a:gd name="csY1" fmla="*/ 0 h 17801"/>
            </a:gdLst>
            <a:rect l="l" t="t" r="r" b="b"/>
            <a:pathLst>
              <a:path w="856875" h="17801">
                <a:moveTo>
                  <a:pt x="0" y="0"/>
                </a:moveTo>
                <a:lnTo>
                  <a:pt x="856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B24745"/>
            </a:solidFill>
            <a:prstDash val="solid"/>
          </a:ln>
        </p:spPr>
      </p:sp>
      <p:sp>
        <p:nvSpPr>
          <p:cNvPr id="79" name="任意形状 78">
            <a:extLst xmlns:a="http://schemas.openxmlformats.org/drawingml/2006/main">
              <a:ext uri="{FF2B5EF4-FFF2-40B4-BE49-F238E27FC236}">
                <a16:creationId xmlns:a16="http://schemas.microsoft.com/office/drawing/2014/main" id="{58400F9D-EB6E-DD4B-1F70-341EE91B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9957" y="3381350"/>
            <a:ext cx="362210" cy="17801"/>
          </a:xfrm>
          <a:custGeom xmlns:a="http://schemas.openxmlformats.org/drawingml/2006/main">
            <a:gdLst>
              <a:gd name="csX0" fmla="*/ 0 w 362210"/>
              <a:gd name="csY0" fmla="*/ 0 h 17801"/>
              <a:gd name="csX1" fmla="*/ 362211 w 362210"/>
              <a:gd name="csY1" fmla="*/ 0 h 17801"/>
            </a:gdLst>
            <a:rect l="l" t="t" r="r" b="b"/>
            <a:pathLst>
              <a:path w="362210" h="17801">
                <a:moveTo>
                  <a:pt x="0" y="0"/>
                </a:moveTo>
                <a:lnTo>
                  <a:pt x="362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B24745"/>
            </a:solidFill>
            <a:prstDash val="solid"/>
          </a:ln>
        </p:spPr>
      </p:sp>
      <p:sp>
        <p:nvSpPr>
          <p:cNvPr id="80" name="任意形状 79">
            <a:extLst xmlns:a="http://schemas.openxmlformats.org/drawingml/2006/main">
              <a:ext uri="{FF2B5EF4-FFF2-40B4-BE49-F238E27FC236}">
                <a16:creationId xmlns:a16="http://schemas.microsoft.com/office/drawing/2014/main" id="{E1D0801B-CDC3-26A2-A3B0-48145324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0930" y="3240874"/>
            <a:ext cx="608850" cy="17801"/>
          </a:xfrm>
          <a:custGeom xmlns:a="http://schemas.openxmlformats.org/drawingml/2006/main">
            <a:gdLst>
              <a:gd name="csX0" fmla="*/ 0 w 608850"/>
              <a:gd name="csY0" fmla="*/ 0 h 17801"/>
              <a:gd name="csX1" fmla="*/ 608850 w 608850"/>
              <a:gd name="csY1" fmla="*/ 0 h 17801"/>
            </a:gdLst>
            <a:rect l="l" t="t" r="r" b="b"/>
            <a:pathLst>
              <a:path w="608850" h="17801">
                <a:moveTo>
                  <a:pt x="0" y="0"/>
                </a:moveTo>
                <a:lnTo>
                  <a:pt x="608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2F6B8A"/>
            </a:solidFill>
            <a:prstDash val="solid"/>
          </a:ln>
        </p:spPr>
      </p:sp>
      <p:sp>
        <p:nvSpPr>
          <p:cNvPr id="81" name="任意形状 80">
            <a:extLst xmlns:a="http://schemas.openxmlformats.org/drawingml/2006/main">
              <a:ext uri="{FF2B5EF4-FFF2-40B4-BE49-F238E27FC236}">
                <a16:creationId xmlns:a16="http://schemas.microsoft.com/office/drawing/2014/main" id="{8D7963AD-523F-3AE1-7AA7-6955254B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5963" y="3921585"/>
            <a:ext cx="591365" cy="17801"/>
          </a:xfrm>
          <a:custGeom xmlns:a="http://schemas.openxmlformats.org/drawingml/2006/main">
            <a:gdLst>
              <a:gd name="csX0" fmla="*/ 0 w 591365"/>
              <a:gd name="csY0" fmla="*/ 0 h 17801"/>
              <a:gd name="csX1" fmla="*/ 591365 w 591365"/>
              <a:gd name="csY1" fmla="*/ 0 h 17801"/>
            </a:gdLst>
            <a:rect l="l" t="t" r="r" b="b"/>
            <a:pathLst>
              <a:path w="591365" h="17801">
                <a:moveTo>
                  <a:pt x="0" y="0"/>
                </a:moveTo>
                <a:lnTo>
                  <a:pt x="591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2F6B8A"/>
            </a:solidFill>
            <a:prstDash val="solid"/>
          </a:ln>
        </p:spPr>
      </p:sp>
      <p:sp>
        <p:nvSpPr>
          <p:cNvPr id="82" name="任意形状 81">
            <a:extLst xmlns:a="http://schemas.openxmlformats.org/drawingml/2006/main">
              <a:ext uri="{FF2B5EF4-FFF2-40B4-BE49-F238E27FC236}">
                <a16:creationId xmlns:a16="http://schemas.microsoft.com/office/drawing/2014/main" id="{E7ED57AE-8C92-7A8F-7343-5E8FA419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3603" y="3781128"/>
            <a:ext cx="567554" cy="17801"/>
          </a:xfrm>
          <a:custGeom xmlns:a="http://schemas.openxmlformats.org/drawingml/2006/main">
            <a:gdLst>
              <a:gd name="csX0" fmla="*/ 0 w 567554"/>
              <a:gd name="csY0" fmla="*/ 0 h 17801"/>
              <a:gd name="csX1" fmla="*/ 567554 w 567554"/>
              <a:gd name="csY1" fmla="*/ 0 h 17801"/>
            </a:gdLst>
            <a:rect l="l" t="t" r="r" b="b"/>
            <a:pathLst>
              <a:path w="567554" h="17801">
                <a:moveTo>
                  <a:pt x="0" y="0"/>
                </a:moveTo>
                <a:lnTo>
                  <a:pt x="5675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B24745"/>
            </a:solidFill>
            <a:prstDash val="solid"/>
          </a:ln>
        </p:spPr>
      </p:sp>
      <p:sp>
        <p:nvSpPr>
          <p:cNvPr id="83" name="任意形状 82">
            <a:extLst xmlns:a="http://schemas.openxmlformats.org/drawingml/2006/main">
              <a:ext uri="{FF2B5EF4-FFF2-40B4-BE49-F238E27FC236}">
                <a16:creationId xmlns:a16="http://schemas.microsoft.com/office/drawing/2014/main" id="{CA061BB9-ACC3-13FA-7EFD-4E10AA5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5319" y="4461820"/>
            <a:ext cx="653362" cy="17801"/>
          </a:xfrm>
          <a:custGeom xmlns:a="http://schemas.openxmlformats.org/drawingml/2006/main">
            <a:gdLst>
              <a:gd name="csX0" fmla="*/ 0 w 653362"/>
              <a:gd name="csY0" fmla="*/ 0 h 17801"/>
              <a:gd name="csX1" fmla="*/ 653363 w 653362"/>
              <a:gd name="csY1" fmla="*/ 0 h 17801"/>
            </a:gdLst>
            <a:rect l="l" t="t" r="r" b="b"/>
            <a:pathLst>
              <a:path w="653362" h="17801">
                <a:moveTo>
                  <a:pt x="0" y="0"/>
                </a:moveTo>
                <a:lnTo>
                  <a:pt x="65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2F6B8A"/>
            </a:solidFill>
            <a:prstDash val="solid"/>
          </a:ln>
        </p:spPr>
      </p:sp>
      <p:sp>
        <p:nvSpPr>
          <p:cNvPr id="84" name="任意形状 83">
            <a:extLst xmlns:a="http://schemas.openxmlformats.org/drawingml/2006/main">
              <a:ext uri="{FF2B5EF4-FFF2-40B4-BE49-F238E27FC236}">
                <a16:creationId xmlns:a16="http://schemas.microsoft.com/office/drawing/2014/main" id="{52090ECA-5E77-660B-D76C-E652039A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39191" y="4321363"/>
            <a:ext cx="919494" cy="17801"/>
          </a:xfrm>
          <a:custGeom xmlns:a="http://schemas.openxmlformats.org/drawingml/2006/main">
            <a:gdLst>
              <a:gd name="csX0" fmla="*/ 0 w 919494"/>
              <a:gd name="csY0" fmla="*/ 0 h 17801"/>
              <a:gd name="csX1" fmla="*/ 919495 w 919494"/>
              <a:gd name="csY1" fmla="*/ 0 h 17801"/>
            </a:gdLst>
            <a:rect l="l" t="t" r="r" b="b"/>
            <a:pathLst>
              <a:path w="919494" h="17801">
                <a:moveTo>
                  <a:pt x="0" y="0"/>
                </a:moveTo>
                <a:lnTo>
                  <a:pt x="919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2F6B8A"/>
            </a:solidFill>
            <a:prstDash val="solid"/>
          </a:ln>
        </p:spPr>
      </p:sp>
      <p:sp>
        <p:nvSpPr>
          <p:cNvPr id="85" name="任意形状 84">
            <a:extLst xmlns:a="http://schemas.openxmlformats.org/drawingml/2006/main">
              <a:ext uri="{FF2B5EF4-FFF2-40B4-BE49-F238E27FC236}">
                <a16:creationId xmlns:a16="http://schemas.microsoft.com/office/drawing/2014/main" id="{694AEEBE-FCB9-1D4B-7533-31E00590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7127" y="5002055"/>
            <a:ext cx="187591" cy="17801"/>
          </a:xfrm>
          <a:custGeom xmlns:a="http://schemas.openxmlformats.org/drawingml/2006/main">
            <a:gdLst>
              <a:gd name="csX0" fmla="*/ 0 w 187591"/>
              <a:gd name="csY0" fmla="*/ 0 h 17801"/>
              <a:gd name="csX1" fmla="*/ 187591 w 187591"/>
              <a:gd name="csY1" fmla="*/ 0 h 17801"/>
            </a:gdLst>
            <a:rect l="l" t="t" r="r" b="b"/>
            <a:pathLst>
              <a:path w="187591" h="17801">
                <a:moveTo>
                  <a:pt x="0" y="0"/>
                </a:moveTo>
                <a:lnTo>
                  <a:pt x="1875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B24745"/>
            </a:solidFill>
            <a:prstDash val="solid"/>
          </a:ln>
        </p:spPr>
      </p:sp>
      <p:sp>
        <p:nvSpPr>
          <p:cNvPr id="86" name="任意形状 85">
            <a:extLst xmlns:a="http://schemas.openxmlformats.org/drawingml/2006/main">
              <a:ext uri="{FF2B5EF4-FFF2-40B4-BE49-F238E27FC236}">
                <a16:creationId xmlns:a16="http://schemas.microsoft.com/office/drawing/2014/main" id="{FB95CCE6-D626-FAC8-126E-61951585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05235" y="4861598"/>
            <a:ext cx="268139" cy="17801"/>
          </a:xfrm>
          <a:custGeom xmlns:a="http://schemas.openxmlformats.org/drawingml/2006/main">
            <a:gdLst>
              <a:gd name="csX0" fmla="*/ 0 w 268139"/>
              <a:gd name="csY0" fmla="*/ 0 h 17801"/>
              <a:gd name="csX1" fmla="*/ 268140 w 268139"/>
              <a:gd name="csY1" fmla="*/ 0 h 17801"/>
            </a:gdLst>
            <a:rect l="l" t="t" r="r" b="b"/>
            <a:pathLst>
              <a:path w="268139" h="17801">
                <a:moveTo>
                  <a:pt x="0" y="0"/>
                </a:moveTo>
                <a:lnTo>
                  <a:pt x="268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090">
            <a:solidFill>
              <a:srgbClr val="2F6B8A"/>
            </a:solidFill>
            <a:prstDash val="solid"/>
          </a:ln>
        </p:spPr>
      </p:sp>
      <p:sp>
        <p:nvSpPr>
          <p:cNvPr id="87" name="任意形状 86">
            <a:extLst xmlns:a="http://schemas.openxmlformats.org/drawingml/2006/main">
              <a:ext uri="{FF2B5EF4-FFF2-40B4-BE49-F238E27FC236}">
                <a16:creationId xmlns:a16="http://schemas.microsoft.com/office/drawing/2014/main" id="{595654E0-2C40-8372-19EE-FEF6FCC8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4735" y="883827"/>
            <a:ext cx="17769" cy="4314334"/>
          </a:xfrm>
          <a:custGeom xmlns:a="http://schemas.openxmlformats.org/drawingml/2006/main">
            <a:gdLst>
              <a:gd name="csX0" fmla="*/ 0 w 17769"/>
              <a:gd name="csY0" fmla="*/ 4314334 h 4314334"/>
              <a:gd name="csX1" fmla="*/ 0 w 17769"/>
              <a:gd name="csY1" fmla="*/ 0 h 4314334"/>
            </a:gdLst>
            <a:rect l="l" t="t" r="r" b="b"/>
            <a:pathLst>
              <a:path w="17769" h="4314334">
                <a:moveTo>
                  <a:pt x="0" y="43143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09">
            <a:solidFill>
              <a:srgbClr val="777777"/>
            </a:solidFill>
          </a:ln>
        </p:spPr>
      </p:sp>
      <p:sp>
        <p:nvSpPr>
          <p:cNvPr id="88" name="任意形状 87">
            <a:extLst xmlns:a="http://schemas.openxmlformats.org/drawingml/2006/main">
              <a:ext uri="{FF2B5EF4-FFF2-40B4-BE49-F238E27FC236}">
                <a16:creationId xmlns:a16="http://schemas.microsoft.com/office/drawing/2014/main" id="{C49F913B-A32A-3236-BD55-D9F6F09B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1897" y="883827"/>
            <a:ext cx="17769" cy="4314334"/>
          </a:xfrm>
          <a:custGeom xmlns:a="http://schemas.openxmlformats.org/drawingml/2006/main">
            <a:gdLst>
              <a:gd name="csX0" fmla="*/ 0 w 17769"/>
              <a:gd name="csY0" fmla="*/ 4314334 h 4314334"/>
              <a:gd name="csX1" fmla="*/ 0 w 17769"/>
              <a:gd name="csY1" fmla="*/ 0 h 4314334"/>
            </a:gdLst>
            <a:rect l="l" t="t" r="r" b="b"/>
            <a:pathLst>
              <a:path w="17769" h="4314334">
                <a:moveTo>
                  <a:pt x="0" y="43143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89" name="任意形状 88">
            <a:extLst xmlns:a="http://schemas.openxmlformats.org/drawingml/2006/main">
              <a:ext uri="{FF2B5EF4-FFF2-40B4-BE49-F238E27FC236}">
                <a16:creationId xmlns:a16="http://schemas.microsoft.com/office/drawing/2014/main" id="{3C543119-0EE8-A6B2-8FFC-A246E820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1897" y="5198162"/>
            <a:ext cx="3285150" cy="17801"/>
          </a:xfrm>
          <a:custGeom xmlns:a="http://schemas.openxmlformats.org/drawingml/2006/main">
            <a:gdLst>
              <a:gd name="csX0" fmla="*/ 0 w 3285150"/>
              <a:gd name="csY0" fmla="*/ 0 h 17801"/>
              <a:gd name="csX1" fmla="*/ 3285151 w 3285150"/>
              <a:gd name="csY1" fmla="*/ 0 h 17801"/>
            </a:gdLst>
            <a:rect l="l" t="t" r="r" b="b"/>
            <a:pathLst>
              <a:path w="3285150" h="17801">
                <a:moveTo>
                  <a:pt x="0" y="0"/>
                </a:moveTo>
                <a:lnTo>
                  <a:pt x="3285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09">
            <a:solidFill>
              <a:srgbClr val="000000"/>
            </a:solidFill>
            <a:prstDash val="solid"/>
          </a:ln>
        </p:spPr>
      </p:sp>
      <p:sp>
        <p:nvSpPr>
          <p:cNvPr id="90" name="文本框 89">
            <a:extLst xmlns:a="http://schemas.openxmlformats.org/drawingml/2006/main">
              <a:ext uri="{FF2B5EF4-FFF2-40B4-BE49-F238E27FC236}">
                <a16:creationId xmlns:a16="http://schemas.microsoft.com/office/drawing/2014/main" id="{10CB2BDB-7BDC-01F6-4C8A-1A7426FA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0456" y="1102870"/>
            <a:ext cx="61587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CEACAM1</a:t>
            </a:r>
          </a:p>
        </p:txBody>
      </p:sp>
      <p:sp>
        <p:nvSpPr>
          <p:cNvPr id="91" name="文本框 90">
            <a:extLst xmlns:a="http://schemas.openxmlformats.org/drawingml/2006/main">
              <a:ext uri="{FF2B5EF4-FFF2-40B4-BE49-F238E27FC236}">
                <a16:creationId xmlns:a16="http://schemas.microsoft.com/office/drawing/2014/main" id="{82FDFE0C-BF37-3C39-FB7A-D98AD692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7685" y="962409"/>
            <a:ext cx="577402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ZDHHC19</a:t>
            </a:r>
          </a:p>
        </p:txBody>
      </p:sp>
      <p:sp>
        <p:nvSpPr>
          <p:cNvPr id="92" name="文本框 91">
            <a:extLst xmlns:a="http://schemas.openxmlformats.org/drawingml/2006/main">
              <a:ext uri="{FF2B5EF4-FFF2-40B4-BE49-F238E27FC236}">
                <a16:creationId xmlns:a16="http://schemas.microsoft.com/office/drawing/2014/main" id="{EA723575-3428-D8AD-6F92-F91DCB7E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648" y="1522337"/>
            <a:ext cx="46679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PLAC8</a:t>
            </a:r>
          </a:p>
        </p:txBody>
      </p:sp>
      <p:sp>
        <p:nvSpPr>
          <p:cNvPr id="93" name="文本框 92">
            <a:extLst xmlns:a="http://schemas.openxmlformats.org/drawingml/2006/main">
              <a:ext uri="{FF2B5EF4-FFF2-40B4-BE49-F238E27FC236}">
                <a16:creationId xmlns:a16="http://schemas.microsoft.com/office/drawing/2014/main" id="{8EFC7B1A-9D72-982A-D89F-C29D6050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1150" y="1390502"/>
            <a:ext cx="5229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PLA2G7</a:t>
            </a:r>
          </a:p>
        </p:txBody>
      </p:sp>
      <p:sp>
        <p:nvSpPr>
          <p:cNvPr id="94" name="文本框 93">
            <a:extLst xmlns:a="http://schemas.openxmlformats.org/drawingml/2006/main">
              <a:ext uri="{FF2B5EF4-FFF2-40B4-BE49-F238E27FC236}">
                <a16:creationId xmlns:a16="http://schemas.microsoft.com/office/drawing/2014/main" id="{38B91B93-D4FA-F1C1-02DE-04B545D8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5005" y="2209408"/>
            <a:ext cx="46679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PLAC8</a:t>
            </a:r>
          </a:p>
        </p:txBody>
      </p:sp>
      <p:sp>
        <p:nvSpPr>
          <p:cNvPr id="95" name="文本框 94">
            <a:extLst xmlns:a="http://schemas.openxmlformats.org/drawingml/2006/main">
              <a:ext uri="{FF2B5EF4-FFF2-40B4-BE49-F238E27FC236}">
                <a16:creationId xmlns:a16="http://schemas.microsoft.com/office/drawing/2014/main" id="{4E84062D-0F9A-3992-5E87-BC4884B4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8338" y="2054721"/>
            <a:ext cx="449162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FAIM3</a:t>
            </a:r>
          </a:p>
        </p:txBody>
      </p:sp>
      <p:sp>
        <p:nvSpPr>
          <p:cNvPr id="96" name="文本框 95">
            <a:extLst xmlns:a="http://schemas.openxmlformats.org/drawingml/2006/main">
              <a:ext uri="{FF2B5EF4-FFF2-40B4-BE49-F238E27FC236}">
                <a16:creationId xmlns:a16="http://schemas.microsoft.com/office/drawing/2014/main" id="{472F49D9-4A14-BE8F-FFA7-7EBF4C4A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3844" y="2741086"/>
            <a:ext cx="47160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NLRP1</a:t>
            </a:r>
          </a:p>
        </p:txBody>
      </p:sp>
      <p:sp>
        <p:nvSpPr>
          <p:cNvPr id="97" name="文本框 96">
            <a:extLst xmlns:a="http://schemas.openxmlformats.org/drawingml/2006/main">
              <a:ext uri="{FF2B5EF4-FFF2-40B4-BE49-F238E27FC236}">
                <a16:creationId xmlns:a16="http://schemas.microsoft.com/office/drawing/2014/main" id="{C1F57E54-300E-5C27-0206-26B2761D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3291" y="2597889"/>
            <a:ext cx="397866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IDNK</a:t>
            </a:r>
          </a:p>
        </p:txBody>
      </p:sp>
      <p:sp>
        <p:nvSpPr>
          <p:cNvPr id="98" name="文本框 97">
            <a:extLst xmlns:a="http://schemas.openxmlformats.org/drawingml/2006/main">
              <a:ext uri="{FF2B5EF4-FFF2-40B4-BE49-F238E27FC236}">
                <a16:creationId xmlns:a16="http://schemas.microsoft.com/office/drawing/2014/main" id="{3A90BEEA-48DC-6A32-34B9-5C31FFDC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8766" y="3268560"/>
            <a:ext cx="35779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HK3</a:t>
            </a:r>
          </a:p>
        </p:txBody>
      </p:sp>
      <p:sp>
        <p:nvSpPr>
          <p:cNvPr id="99" name="文本框 98">
            <a:extLst xmlns:a="http://schemas.openxmlformats.org/drawingml/2006/main">
              <a:ext uri="{FF2B5EF4-FFF2-40B4-BE49-F238E27FC236}">
                <a16:creationId xmlns:a16="http://schemas.microsoft.com/office/drawing/2014/main" id="{10FD1F20-C215-3906-82A3-412E6A05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1976" y="3140846"/>
            <a:ext cx="38985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IFI27</a:t>
            </a:r>
          </a:p>
        </p:txBody>
      </p:sp>
      <p:sp>
        <p:nvSpPr>
          <p:cNvPr id="100" name="文本框 99">
            <a:extLst xmlns:a="http://schemas.openxmlformats.org/drawingml/2006/main">
              <a:ext uri="{FF2B5EF4-FFF2-40B4-BE49-F238E27FC236}">
                <a16:creationId xmlns:a16="http://schemas.microsoft.com/office/drawing/2014/main" id="{767E2CC7-96F3-A014-D1BF-BD9C50E2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3164" y="3833507"/>
            <a:ext cx="532518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FAM89A</a:t>
            </a:r>
          </a:p>
        </p:txBody>
      </p:sp>
      <p:sp>
        <p:nvSpPr>
          <p:cNvPr id="101" name="文本框 100">
            <a:extLst xmlns:a="http://schemas.openxmlformats.org/drawingml/2006/main">
              <a:ext uri="{FF2B5EF4-FFF2-40B4-BE49-F238E27FC236}">
                <a16:creationId xmlns:a16="http://schemas.microsoft.com/office/drawing/2014/main" id="{8E9571D2-A216-F5E1-BF9C-08169FF5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4742" y="3677657"/>
            <a:ext cx="43954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IFI44L</a:t>
            </a: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1E33AEE5-5F7D-DABC-2E69-5AB3F27B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2601" y="4370527"/>
            <a:ext cx="348172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LTB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E4392C24-2D46-78B1-9CF2-2140F9B4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7728" y="4203514"/>
            <a:ext cx="532518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TMSB10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B09A608C-2D0B-F4FC-C350-FE7C4D3D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4606" y="4892107"/>
            <a:ext cx="47160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DEFA4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23F4EEE3-AA06-E87C-0AA2-49E9FB6A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8557" y="4758146"/>
            <a:ext cx="423514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>
                <a:solidFill>
                  <a:srgbClr val="000000"/>
                </a:solidFill>
                <a:latin typeface="Arial"/>
                <a:ea typeface="Arial"/>
                <a:cs typeface="Arial"/>
              </a:rPr>
              <a:t>OASL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C7DC7ACB-542F-FEE3-8A36-0366D67B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1936" y="433502"/>
            <a:ext cx="274434" cy="286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7" name="文本框 106">
            <a:extLst xmlns:a="http://schemas.openxmlformats.org/drawingml/2006/main">
              <a:ext uri="{FF2B5EF4-FFF2-40B4-BE49-F238E27FC236}">
                <a16:creationId xmlns:a16="http://schemas.microsoft.com/office/drawing/2014/main" id="{B86BEA39-CE57-DFC1-664E-F6AFC2A2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7757" y="441125"/>
            <a:ext cx="3632533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largest pooled mathematical contributions</a:t>
            </a:r>
          </a:p>
        </p:txBody>
      </p:sp>
      <p:sp>
        <p:nvSpPr>
          <p:cNvPr id="174" name="文本框 173">
            <a:extLst xmlns:a="http://schemas.openxmlformats.org/drawingml/2006/main">
              <a:ext uri="{FF2B5EF4-FFF2-40B4-BE49-F238E27FC236}">
                <a16:creationId xmlns:a16="http://schemas.microsoft.com/office/drawing/2014/main" id="{0A8BAFA8-A27B-64BA-6DE0-8B5929C8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53" y="133024"/>
            <a:ext cx="3054041" cy="5015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Gene-contribution patterns at T48</a:t>
            </a:r>
          </a:p>
          <a:p xmlns:a="http://schemas.openxmlformats.org/drawingml/2006/main">
            <a:pPr algn="l">
              <a:buNone/>
            </a:pPr>
          </a:p>
        </p:txBody>
      </p:sp>
      <p:sp>
        <p:nvSpPr>
          <p:cNvPr id="3" name="任意形状 2">
            <a:extLst xmlns:a="http://schemas.openxmlformats.org/drawingml/2006/main">
              <a:ext uri="{FF2B5EF4-FFF2-40B4-BE49-F238E27FC236}">
                <a16:creationId xmlns:a16="http://schemas.microsoft.com/office/drawing/2014/main" id="{89D876B0-AD66-5A4F-A991-4415949C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66031" y="886163"/>
            <a:ext cx="2738954" cy="3928230"/>
          </a:xfrm>
          <a:custGeom xmlns:a="http://schemas.openxmlformats.org/drawingml/2006/main">
            <a:gdLst>
              <a:gd name="csX0" fmla="*/ 0 w 1818373"/>
              <a:gd name="csY0" fmla="*/ 2788920 h 2788919"/>
              <a:gd name="csX1" fmla="*/ 1818373 w 1818373"/>
              <a:gd name="csY1" fmla="*/ 2788920 h 2788919"/>
              <a:gd name="csX2" fmla="*/ 1818373 w 1818373"/>
              <a:gd name="csY2" fmla="*/ 0 h 2788919"/>
              <a:gd name="csX3" fmla="*/ 0 w 1818373"/>
              <a:gd name="csY3" fmla="*/ 0 h 2788919"/>
            </a:gdLst>
            <a:rect l="l" t="t" r="r" b="b"/>
            <a:pathLst>
              <a:path w="1818373" h="2788919">
                <a:moveTo>
                  <a:pt x="0" y="2788920"/>
                </a:moveTo>
                <a:lnTo>
                  <a:pt x="1818373" y="2788920"/>
                </a:lnTo>
                <a:lnTo>
                  <a:pt x="18183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32" name="任意形状 231">
            <a:extLst xmlns:a="http://schemas.openxmlformats.org/drawingml/2006/main">
              <a:ext uri="{FF2B5EF4-FFF2-40B4-BE49-F238E27FC236}">
                <a16:creationId xmlns:a16="http://schemas.microsoft.com/office/drawing/2014/main" id="{5495551A-AA7F-BFF2-D128-B2C4722C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61583" y="4814395"/>
            <a:ext cx="19129" cy="62608"/>
          </a:xfrm>
          <a:custGeom xmlns:a="http://schemas.openxmlformats.org/drawingml/2006/main">
            <a:gdLst>
              <a:gd name="csX0" fmla="*/ 390 w 12700"/>
              <a:gd name="csY0" fmla="*/ 272 h 44450"/>
              <a:gd name="csX1" fmla="*/ 390 w 12700"/>
              <a:gd name="csY1" fmla="*/ 44722 h 44450"/>
            </a:gdLst>
            <a:rect l="l" t="t" r="r" b="b"/>
            <a:pathLst>
              <a:path w="12700" h="44450">
                <a:moveTo>
                  <a:pt x="390" y="272"/>
                </a:moveTo>
                <a:lnTo>
                  <a:pt x="390" y="447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3" name="文本框 232">
            <a:extLst xmlns:a="http://schemas.openxmlformats.org/drawingml/2006/main">
              <a:ext uri="{FF2B5EF4-FFF2-40B4-BE49-F238E27FC236}">
                <a16:creationId xmlns:a16="http://schemas.microsoft.com/office/drawing/2014/main" id="{F7F6A57E-D3B1-E624-9DDA-4B645D06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1822" y="4886131"/>
            <a:ext cx="328935" cy="215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30" name="任意形状 229">
            <a:extLst xmlns:a="http://schemas.openxmlformats.org/drawingml/2006/main">
              <a:ext uri="{FF2B5EF4-FFF2-40B4-BE49-F238E27FC236}">
                <a16:creationId xmlns:a16="http://schemas.microsoft.com/office/drawing/2014/main" id="{7BBDC847-9CF1-3975-FFE4-B342A560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8541" y="4814395"/>
            <a:ext cx="19129" cy="62608"/>
          </a:xfrm>
          <a:custGeom xmlns:a="http://schemas.openxmlformats.org/drawingml/2006/main">
            <a:gdLst>
              <a:gd name="csX0" fmla="*/ 423 w 12700"/>
              <a:gd name="csY0" fmla="*/ 272 h 44450"/>
              <a:gd name="csX1" fmla="*/ 423 w 12700"/>
              <a:gd name="csY1" fmla="*/ 44722 h 44450"/>
            </a:gdLst>
            <a:rect l="l" t="t" r="r" b="b"/>
            <a:pathLst>
              <a:path w="12700" h="44450">
                <a:moveTo>
                  <a:pt x="423" y="272"/>
                </a:moveTo>
                <a:lnTo>
                  <a:pt x="423" y="447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1" name="文本框 230">
            <a:extLst xmlns:a="http://schemas.openxmlformats.org/drawingml/2006/main">
              <a:ext uri="{FF2B5EF4-FFF2-40B4-BE49-F238E27FC236}">
                <a16:creationId xmlns:a16="http://schemas.microsoft.com/office/drawing/2014/main" id="{EAAB56E5-2800-8778-5C43-EBD09E18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80" y="4886131"/>
            <a:ext cx="328935" cy="215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228" name="任意形状 227">
            <a:extLst xmlns:a="http://schemas.openxmlformats.org/drawingml/2006/main">
              <a:ext uri="{FF2B5EF4-FFF2-40B4-BE49-F238E27FC236}">
                <a16:creationId xmlns:a16="http://schemas.microsoft.com/office/drawing/2014/main" id="{D7C70C0C-6162-EAD2-2D2B-34BF68E3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35518" y="4814395"/>
            <a:ext cx="19129" cy="62608"/>
          </a:xfrm>
          <a:custGeom xmlns:a="http://schemas.openxmlformats.org/drawingml/2006/main">
            <a:gdLst>
              <a:gd name="csX0" fmla="*/ 457 w 12700"/>
              <a:gd name="csY0" fmla="*/ 272 h 44450"/>
              <a:gd name="csX1" fmla="*/ 457 w 12700"/>
              <a:gd name="csY1" fmla="*/ 44722 h 44450"/>
            </a:gdLst>
            <a:rect l="l" t="t" r="r" b="b"/>
            <a:pathLst>
              <a:path w="12700" h="44450">
                <a:moveTo>
                  <a:pt x="457" y="272"/>
                </a:moveTo>
                <a:lnTo>
                  <a:pt x="457" y="447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9" name="文本框 228">
            <a:extLst xmlns:a="http://schemas.openxmlformats.org/drawingml/2006/main">
              <a:ext uri="{FF2B5EF4-FFF2-40B4-BE49-F238E27FC236}">
                <a16:creationId xmlns:a16="http://schemas.microsoft.com/office/drawing/2014/main" id="{1559B2B8-747F-0C5D-3977-DA05D9C5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85758" y="4886131"/>
            <a:ext cx="328935" cy="215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226" name="任意形状 225">
            <a:extLst xmlns:a="http://schemas.openxmlformats.org/drawingml/2006/main">
              <a:ext uri="{FF2B5EF4-FFF2-40B4-BE49-F238E27FC236}">
                <a16:creationId xmlns:a16="http://schemas.microsoft.com/office/drawing/2014/main" id="{F9CCF5A6-FC03-7646-A7B3-1B9FC3F2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2476" y="4814395"/>
            <a:ext cx="19129" cy="62608"/>
          </a:xfrm>
          <a:custGeom xmlns:a="http://schemas.openxmlformats.org/drawingml/2006/main">
            <a:gdLst>
              <a:gd name="csX0" fmla="*/ 490 w 12700"/>
              <a:gd name="csY0" fmla="*/ 272 h 44450"/>
              <a:gd name="csX1" fmla="*/ 490 w 12700"/>
              <a:gd name="csY1" fmla="*/ 44722 h 44450"/>
            </a:gdLst>
            <a:rect l="l" t="t" r="r" b="b"/>
            <a:pathLst>
              <a:path w="12700" h="44450">
                <a:moveTo>
                  <a:pt x="490" y="272"/>
                </a:moveTo>
                <a:lnTo>
                  <a:pt x="490" y="447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7" name="文本框 226">
            <a:extLst xmlns:a="http://schemas.openxmlformats.org/drawingml/2006/main">
              <a:ext uri="{FF2B5EF4-FFF2-40B4-BE49-F238E27FC236}">
                <a16:creationId xmlns:a16="http://schemas.microsoft.com/office/drawing/2014/main" id="{0278E4CC-89D5-CA9D-13A5-D7E4AA43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2716" y="4886131"/>
            <a:ext cx="328935" cy="215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224" name="任意形状 223">
            <a:extLst xmlns:a="http://schemas.openxmlformats.org/drawingml/2006/main">
              <a:ext uri="{FF2B5EF4-FFF2-40B4-BE49-F238E27FC236}">
                <a16:creationId xmlns:a16="http://schemas.microsoft.com/office/drawing/2014/main" id="{C759B284-A501-AC89-8749-9B75FDEC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9434" y="4814395"/>
            <a:ext cx="19129" cy="62608"/>
          </a:xfrm>
          <a:custGeom xmlns:a="http://schemas.openxmlformats.org/drawingml/2006/main">
            <a:gdLst>
              <a:gd name="csX0" fmla="*/ 523 w 12700"/>
              <a:gd name="csY0" fmla="*/ 272 h 44450"/>
              <a:gd name="csX1" fmla="*/ 523 w 12700"/>
              <a:gd name="csY1" fmla="*/ 44722 h 44450"/>
            </a:gdLst>
            <a:rect l="l" t="t" r="r" b="b"/>
            <a:pathLst>
              <a:path w="12700" h="44450">
                <a:moveTo>
                  <a:pt x="523" y="272"/>
                </a:moveTo>
                <a:lnTo>
                  <a:pt x="523" y="447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25" name="文本框 224">
            <a:extLst xmlns:a="http://schemas.openxmlformats.org/drawingml/2006/main">
              <a:ext uri="{FF2B5EF4-FFF2-40B4-BE49-F238E27FC236}">
                <a16:creationId xmlns:a16="http://schemas.microsoft.com/office/drawing/2014/main" id="{8E715AB5-B122-EB59-F456-480BF8EC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59671" y="4886131"/>
            <a:ext cx="328935" cy="215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223" name="文本框 222">
            <a:extLst xmlns:a="http://schemas.openxmlformats.org/drawingml/2006/main">
              <a:ext uri="{FF2B5EF4-FFF2-40B4-BE49-F238E27FC236}">
                <a16:creationId xmlns:a16="http://schemas.microsoft.com/office/drawing/2014/main" id="{CB4F67CC-8C9C-9DD4-318F-39F6E986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0500" y="5099244"/>
            <a:ext cx="1947969" cy="276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cohort dominance</a:t>
            </a:r>
          </a:p>
        </p:txBody>
      </p:sp>
      <p:sp>
        <p:nvSpPr>
          <p:cNvPr id="216" name="任意形状 215">
            <a:extLst xmlns:a="http://schemas.openxmlformats.org/drawingml/2006/main">
              <a:ext uri="{FF2B5EF4-FFF2-40B4-BE49-F238E27FC236}">
                <a16:creationId xmlns:a16="http://schemas.microsoft.com/office/drawing/2014/main" id="{F4E92CF2-92D5-CB3F-56A1-E82EE683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9077" y="4647230"/>
            <a:ext cx="66953" cy="17888"/>
          </a:xfrm>
          <a:custGeom xmlns:a="http://schemas.openxmlformats.org/drawingml/2006/main">
            <a:gdLst>
              <a:gd name="csX0" fmla="*/ 44835 w 44450"/>
              <a:gd name="csY0" fmla="*/ 262 h 12700"/>
              <a:gd name="csX1" fmla="*/ 385 w 44450"/>
              <a:gd name="csY1" fmla="*/ 262 h 12700"/>
            </a:gdLst>
            <a:rect l="l" t="t" r="r" b="b"/>
            <a:pathLst>
              <a:path w="44450" h="12700">
                <a:moveTo>
                  <a:pt x="44835" y="262"/>
                </a:moveTo>
                <a:lnTo>
                  <a:pt x="385" y="2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7" name="文本框 216">
            <a:extLst xmlns:a="http://schemas.openxmlformats.org/drawingml/2006/main">
              <a:ext uri="{FF2B5EF4-FFF2-40B4-BE49-F238E27FC236}">
                <a16:creationId xmlns:a16="http://schemas.microsoft.com/office/drawing/2014/main" id="{FA5B8AD2-11FD-A326-5328-A4736DE6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1478" y="4534404"/>
            <a:ext cx="328935" cy="215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14" name="任意形状 213">
            <a:extLst xmlns:a="http://schemas.openxmlformats.org/drawingml/2006/main">
              <a:ext uri="{FF2B5EF4-FFF2-40B4-BE49-F238E27FC236}">
                <a16:creationId xmlns:a16="http://schemas.microsoft.com/office/drawing/2014/main" id="{E7C3ABE9-0890-D076-718B-643648EC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9077" y="3811443"/>
            <a:ext cx="66953" cy="17888"/>
          </a:xfrm>
          <a:custGeom xmlns:a="http://schemas.openxmlformats.org/drawingml/2006/main">
            <a:gdLst>
              <a:gd name="csX0" fmla="*/ 44835 w 44450"/>
              <a:gd name="csY0" fmla="*/ 216 h 12700"/>
              <a:gd name="csX1" fmla="*/ 385 w 44450"/>
              <a:gd name="csY1" fmla="*/ 216 h 12700"/>
            </a:gdLst>
            <a:rect l="l" t="t" r="r" b="b"/>
            <a:pathLst>
              <a:path w="44450" h="12700">
                <a:moveTo>
                  <a:pt x="44835" y="216"/>
                </a:moveTo>
                <a:lnTo>
                  <a:pt x="385" y="2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5" name="文本框 214">
            <a:extLst xmlns:a="http://schemas.openxmlformats.org/drawingml/2006/main">
              <a:ext uri="{FF2B5EF4-FFF2-40B4-BE49-F238E27FC236}">
                <a16:creationId xmlns:a16="http://schemas.microsoft.com/office/drawing/2014/main" id="{2DD3D262-3B9A-238A-5808-02DB839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1478" y="3698615"/>
            <a:ext cx="328935" cy="215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212" name="任意形状 211">
            <a:extLst xmlns:a="http://schemas.openxmlformats.org/drawingml/2006/main">
              <a:ext uri="{FF2B5EF4-FFF2-40B4-BE49-F238E27FC236}">
                <a16:creationId xmlns:a16="http://schemas.microsoft.com/office/drawing/2014/main" id="{A4276F7E-2CB3-7030-FA8E-523ADAAF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9077" y="2975656"/>
            <a:ext cx="66953" cy="17888"/>
          </a:xfrm>
          <a:custGeom xmlns:a="http://schemas.openxmlformats.org/drawingml/2006/main">
            <a:gdLst>
              <a:gd name="csX0" fmla="*/ 44835 w 44450"/>
              <a:gd name="csY0" fmla="*/ 169 h 12700"/>
              <a:gd name="csX1" fmla="*/ 385 w 44450"/>
              <a:gd name="csY1" fmla="*/ 169 h 12700"/>
            </a:gdLst>
            <a:rect l="l" t="t" r="r" b="b"/>
            <a:pathLst>
              <a:path w="44450" h="12700">
                <a:moveTo>
                  <a:pt x="44835" y="169"/>
                </a:moveTo>
                <a:lnTo>
                  <a:pt x="385" y="1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3" name="文本框 212">
            <a:extLst xmlns:a="http://schemas.openxmlformats.org/drawingml/2006/main">
              <a:ext uri="{FF2B5EF4-FFF2-40B4-BE49-F238E27FC236}">
                <a16:creationId xmlns:a16="http://schemas.microsoft.com/office/drawing/2014/main" id="{EF7A5181-E5C9-0CC9-36FF-74631B8B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1478" y="2862829"/>
            <a:ext cx="328935" cy="215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210" name="任意形状 209">
            <a:extLst xmlns:a="http://schemas.openxmlformats.org/drawingml/2006/main">
              <a:ext uri="{FF2B5EF4-FFF2-40B4-BE49-F238E27FC236}">
                <a16:creationId xmlns:a16="http://schemas.microsoft.com/office/drawing/2014/main" id="{FC51831B-793C-2AF5-3E22-D6D86796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9077" y="2139851"/>
            <a:ext cx="66953" cy="17888"/>
          </a:xfrm>
          <a:custGeom xmlns:a="http://schemas.openxmlformats.org/drawingml/2006/main">
            <a:gdLst>
              <a:gd name="csX0" fmla="*/ 44835 w 44450"/>
              <a:gd name="csY0" fmla="*/ 122 h 12700"/>
              <a:gd name="csX1" fmla="*/ 385 w 44450"/>
              <a:gd name="csY1" fmla="*/ 122 h 12700"/>
            </a:gdLst>
            <a:rect l="l" t="t" r="r" b="b"/>
            <a:pathLst>
              <a:path w="44450" h="12700">
                <a:moveTo>
                  <a:pt x="44835" y="122"/>
                </a:moveTo>
                <a:lnTo>
                  <a:pt x="385" y="1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1" name="文本框 210">
            <a:extLst xmlns:a="http://schemas.openxmlformats.org/drawingml/2006/main">
              <a:ext uri="{FF2B5EF4-FFF2-40B4-BE49-F238E27FC236}">
                <a16:creationId xmlns:a16="http://schemas.microsoft.com/office/drawing/2014/main" id="{F4156186-657E-CBBE-A27C-ABD359A7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1478" y="2027025"/>
            <a:ext cx="328935" cy="215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208" name="任意形状 207">
            <a:extLst xmlns:a="http://schemas.openxmlformats.org/drawingml/2006/main">
              <a:ext uri="{FF2B5EF4-FFF2-40B4-BE49-F238E27FC236}">
                <a16:creationId xmlns:a16="http://schemas.microsoft.com/office/drawing/2014/main" id="{9F00FE43-9E35-695F-B9D9-C9CDF127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9077" y="1304059"/>
            <a:ext cx="66953" cy="17888"/>
          </a:xfrm>
          <a:custGeom xmlns:a="http://schemas.openxmlformats.org/drawingml/2006/main">
            <a:gdLst>
              <a:gd name="csX0" fmla="*/ 44835 w 44450"/>
              <a:gd name="csY0" fmla="*/ 76 h 12700"/>
              <a:gd name="csX1" fmla="*/ 385 w 44450"/>
              <a:gd name="csY1" fmla="*/ 76 h 12700"/>
            </a:gdLst>
            <a:rect l="l" t="t" r="r" b="b"/>
            <a:pathLst>
              <a:path w="44450" h="12700">
                <a:moveTo>
                  <a:pt x="44835" y="76"/>
                </a:moveTo>
                <a:lnTo>
                  <a:pt x="385" y="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09" name="文本框 208">
            <a:extLst xmlns:a="http://schemas.openxmlformats.org/drawingml/2006/main">
              <a:ext uri="{FF2B5EF4-FFF2-40B4-BE49-F238E27FC236}">
                <a16:creationId xmlns:a16="http://schemas.microsoft.com/office/drawing/2014/main" id="{3AC552F2-0CA7-5BD0-D073-059377A0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1478" y="1191234"/>
            <a:ext cx="328935" cy="215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207" name="文本框 206">
            <a:extLst xmlns:a="http://schemas.openxmlformats.org/drawingml/2006/main">
              <a:ext uri="{FF2B5EF4-FFF2-40B4-BE49-F238E27FC236}">
                <a16:creationId xmlns:a16="http://schemas.microsoft.com/office/drawing/2014/main" id="{4D3F2A11-9BF6-D62E-5B50-2D8AD16E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6684338" y="2720769"/>
            <a:ext cx="2146589" cy="2590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cohort cancellation</a:t>
            </a:r>
          </a:p>
        </p:txBody>
      </p:sp>
      <p:sp>
        <p:nvSpPr>
          <p:cNvPr id="7" name="任意形状 6">
            <a:extLst xmlns:a="http://schemas.openxmlformats.org/drawingml/2006/main">
              <a:ext uri="{FF2B5EF4-FFF2-40B4-BE49-F238E27FC236}">
                <a16:creationId xmlns:a16="http://schemas.microsoft.com/office/drawing/2014/main" id="{0F99A77D-A754-0026-9680-CBA51BB4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2476" y="886163"/>
            <a:ext cx="19129" cy="3928230"/>
          </a:xfrm>
          <a:custGeom xmlns:a="http://schemas.openxmlformats.org/drawingml/2006/main">
            <a:gdLst>
              <a:gd name="csX0" fmla="*/ 0 w 12700"/>
              <a:gd name="csY0" fmla="*/ 2788920 h 2788919"/>
              <a:gd name="csX1" fmla="*/ 0 w 12700"/>
              <a:gd name="csY1" fmla="*/ 0 h 2788919"/>
            </a:gdLst>
            <a:rect l="l" t="t" r="r" b="b"/>
            <a:pathLst>
              <a:path w="12700" h="2788919">
                <a:moveTo>
                  <a:pt x="0" y="27889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8A8A8A"/>
            </a:solidFill>
          </a:ln>
        </p:spPr>
      </p:sp>
      <p:sp>
        <p:nvSpPr>
          <p:cNvPr id="9" name="任意形状 8">
            <a:extLst xmlns:a="http://schemas.openxmlformats.org/drawingml/2006/main">
              <a:ext uri="{FF2B5EF4-FFF2-40B4-BE49-F238E27FC236}">
                <a16:creationId xmlns:a16="http://schemas.microsoft.com/office/drawing/2014/main" id="{B81FF432-C971-224D-04CF-E081458D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66031" y="2557753"/>
            <a:ext cx="2738954" cy="17888"/>
          </a:xfrm>
          <a:custGeom xmlns:a="http://schemas.openxmlformats.org/drawingml/2006/main">
            <a:gdLst>
              <a:gd name="csX0" fmla="*/ 0 w 1818373"/>
              <a:gd name="csY0" fmla="*/ 0 h 12700"/>
              <a:gd name="csX1" fmla="*/ 1818373 w 1818373"/>
              <a:gd name="csY1" fmla="*/ 0 h 12700"/>
            </a:gdLst>
            <a:rect l="l" t="t" r="r" b="b"/>
            <a:pathLst>
              <a:path w="1818373" h="12700">
                <a:moveTo>
                  <a:pt x="0" y="0"/>
                </a:moveTo>
                <a:lnTo>
                  <a:pt x="1818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8A8A8A"/>
            </a:solidFill>
          </a:ln>
        </p:spPr>
      </p:sp>
      <p:sp>
        <p:nvSpPr>
          <p:cNvPr id="175" name="任意形状 174">
            <a:extLst xmlns:a="http://schemas.openxmlformats.org/drawingml/2006/main">
              <a:ext uri="{FF2B5EF4-FFF2-40B4-BE49-F238E27FC236}">
                <a16:creationId xmlns:a16="http://schemas.microsoft.com/office/drawing/2014/main" id="{FD08F038-69F9-A5FC-DB3C-220221D4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66031" y="886163"/>
            <a:ext cx="19129" cy="3928230"/>
          </a:xfrm>
          <a:custGeom xmlns:a="http://schemas.openxmlformats.org/drawingml/2006/main">
            <a:gdLst>
              <a:gd name="csX0" fmla="*/ 0 w 12700"/>
              <a:gd name="csY0" fmla="*/ 2788920 h 2788919"/>
              <a:gd name="csX1" fmla="*/ 0 w 12700"/>
              <a:gd name="csY1" fmla="*/ 0 h 2788919"/>
            </a:gdLst>
            <a:rect l="l" t="t" r="r" b="b"/>
            <a:pathLst>
              <a:path w="12700" h="2788919">
                <a:moveTo>
                  <a:pt x="0" y="27889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6" name="任意形状 175">
            <a:extLst xmlns:a="http://schemas.openxmlformats.org/drawingml/2006/main">
              <a:ext uri="{FF2B5EF4-FFF2-40B4-BE49-F238E27FC236}">
                <a16:creationId xmlns:a16="http://schemas.microsoft.com/office/drawing/2014/main" id="{3C8B90F6-05CA-9114-E2A5-EBF6884A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66031" y="4814394"/>
            <a:ext cx="2738954" cy="17888"/>
          </a:xfrm>
          <a:custGeom xmlns:a="http://schemas.openxmlformats.org/drawingml/2006/main">
            <a:gdLst>
              <a:gd name="csX0" fmla="*/ 0 w 1818373"/>
              <a:gd name="csY0" fmla="*/ 0 h 12700"/>
              <a:gd name="csX1" fmla="*/ 1818373 w 1818373"/>
              <a:gd name="csY1" fmla="*/ 0 h 12700"/>
            </a:gdLst>
            <a:rect l="l" t="t" r="r" b="b"/>
            <a:pathLst>
              <a:path w="1818373" h="12700">
                <a:moveTo>
                  <a:pt x="0" y="0"/>
                </a:moveTo>
                <a:lnTo>
                  <a:pt x="1818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7" name="任意形状 176">
            <a:extLst xmlns:a="http://schemas.openxmlformats.org/drawingml/2006/main">
              <a:ext uri="{FF2B5EF4-FFF2-40B4-BE49-F238E27FC236}">
                <a16:creationId xmlns:a16="http://schemas.microsoft.com/office/drawing/2014/main" id="{CBD3DF7B-2BE6-3945-D69E-58EB843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9977" y="3324855"/>
            <a:ext cx="195722" cy="183020"/>
          </a:xfrm>
          <a:custGeom xmlns:a="http://schemas.openxmlformats.org/drawingml/2006/main">
            <a:gdLst>
              <a:gd name="csX0" fmla="*/ 65408 w 129939"/>
              <a:gd name="csY0" fmla="*/ 130133 h 129939"/>
              <a:gd name="csX1" fmla="*/ 111348 w 129939"/>
              <a:gd name="csY1" fmla="*/ 111104 h 129939"/>
              <a:gd name="csX2" fmla="*/ 130378 w 129939"/>
              <a:gd name="csY2" fmla="*/ 65163 h 129939"/>
              <a:gd name="csX3" fmla="*/ 111348 w 129939"/>
              <a:gd name="csY3" fmla="*/ 19223 h 129939"/>
              <a:gd name="csX4" fmla="*/ 65408 w 129939"/>
              <a:gd name="csY4" fmla="*/ 194 h 129939"/>
              <a:gd name="csX5" fmla="*/ 19468 w 129939"/>
              <a:gd name="csY5" fmla="*/ 19223 h 129939"/>
              <a:gd name="csX6" fmla="*/ 439 w 129939"/>
              <a:gd name="csY6" fmla="*/ 65163 h 129939"/>
              <a:gd name="csX7" fmla="*/ 19468 w 129939"/>
              <a:gd name="csY7" fmla="*/ 111104 h 129939"/>
              <a:gd name="csX8" fmla="*/ 65408 w 129939"/>
              <a:gd name="csY8" fmla="*/ 130133 h 129939"/>
            </a:gdLst>
            <a:rect l="l" t="t" r="r" b="b"/>
            <a:pathLst>
              <a:path w="129939" h="129939">
                <a:moveTo>
                  <a:pt x="65408" y="130133"/>
                </a:moveTo>
                <a:cubicBezTo>
                  <a:pt x="82638" y="130133"/>
                  <a:pt x="99165" y="123287"/>
                  <a:pt x="111348" y="111104"/>
                </a:cubicBezTo>
                <a:cubicBezTo>
                  <a:pt x="123532" y="98920"/>
                  <a:pt x="130378" y="82393"/>
                  <a:pt x="130378" y="65163"/>
                </a:cubicBezTo>
                <a:cubicBezTo>
                  <a:pt x="130378" y="47933"/>
                  <a:pt x="123532" y="31406"/>
                  <a:pt x="111348" y="19223"/>
                </a:cubicBezTo>
                <a:cubicBezTo>
                  <a:pt x="99165" y="7039"/>
                  <a:pt x="82638" y="194"/>
                  <a:pt x="65408" y="194"/>
                </a:cubicBezTo>
                <a:cubicBezTo>
                  <a:pt x="48178" y="194"/>
                  <a:pt x="31651" y="7039"/>
                  <a:pt x="19468" y="19223"/>
                </a:cubicBezTo>
                <a:cubicBezTo>
                  <a:pt x="7284" y="31406"/>
                  <a:pt x="439" y="47933"/>
                  <a:pt x="439" y="65163"/>
                </a:cubicBezTo>
                <a:cubicBezTo>
                  <a:pt x="439" y="82393"/>
                  <a:pt x="7284" y="98920"/>
                  <a:pt x="19468" y="111104"/>
                </a:cubicBezTo>
                <a:cubicBezTo>
                  <a:pt x="31651" y="123287"/>
                  <a:pt x="48178" y="130133"/>
                  <a:pt x="65408" y="130133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8890">
            <a:solidFill>
              <a:srgbClr val="FFFFFF"/>
            </a:solidFill>
            <a:prstDash val="solid"/>
          </a:ln>
        </p:spPr>
      </p:sp>
      <p:sp>
        <p:nvSpPr>
          <p:cNvPr id="178" name="文本框 177">
            <a:extLst xmlns:a="http://schemas.openxmlformats.org/drawingml/2006/main">
              <a:ext uri="{FF2B5EF4-FFF2-40B4-BE49-F238E27FC236}">
                <a16:creationId xmlns:a16="http://schemas.microsoft.com/office/drawing/2014/main" id="{93831665-4B19-4EF7-2FD5-FA916FF9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3577" y="3320374"/>
            <a:ext cx="445955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SIG001</a:t>
            </a:r>
          </a:p>
        </p:txBody>
      </p:sp>
      <p:sp>
        <p:nvSpPr>
          <p:cNvPr id="179" name="任意形状 178">
            <a:extLst xmlns:a="http://schemas.openxmlformats.org/drawingml/2006/main">
              <a:ext uri="{FF2B5EF4-FFF2-40B4-BE49-F238E27FC236}">
                <a16:creationId xmlns:a16="http://schemas.microsoft.com/office/drawing/2014/main" id="{61B667F6-14A1-2256-CA78-A3B617BC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2144" y="2503649"/>
            <a:ext cx="206967" cy="193535"/>
          </a:xfrm>
          <a:custGeom xmlns:a="http://schemas.openxmlformats.org/drawingml/2006/main">
            <a:gdLst>
              <a:gd name="csX0" fmla="*/ 69177 w 137404"/>
              <a:gd name="csY0" fmla="*/ 137552 h 137404"/>
              <a:gd name="csX1" fmla="*/ 117757 w 137404"/>
              <a:gd name="csY1" fmla="*/ 117430 h 137404"/>
              <a:gd name="csX2" fmla="*/ 137879 w 137404"/>
              <a:gd name="csY2" fmla="*/ 68850 h 137404"/>
              <a:gd name="csX3" fmla="*/ 117757 w 137404"/>
              <a:gd name="csY3" fmla="*/ 20270 h 137404"/>
              <a:gd name="csX4" fmla="*/ 69177 w 137404"/>
              <a:gd name="csY4" fmla="*/ 148 h 137404"/>
              <a:gd name="csX5" fmla="*/ 20597 w 137404"/>
              <a:gd name="csY5" fmla="*/ 20270 h 137404"/>
              <a:gd name="csX6" fmla="*/ 475 w 137404"/>
              <a:gd name="csY6" fmla="*/ 68850 h 137404"/>
              <a:gd name="csX7" fmla="*/ 20597 w 137404"/>
              <a:gd name="csY7" fmla="*/ 117430 h 137404"/>
              <a:gd name="csX8" fmla="*/ 69177 w 137404"/>
              <a:gd name="csY8" fmla="*/ 137552 h 137404"/>
            </a:gdLst>
            <a:rect l="l" t="t" r="r" b="b"/>
            <a:pathLst>
              <a:path w="137404" h="137404">
                <a:moveTo>
                  <a:pt x="69177" y="137552"/>
                </a:moveTo>
                <a:cubicBezTo>
                  <a:pt x="87397" y="137552"/>
                  <a:pt x="104873" y="130313"/>
                  <a:pt x="117757" y="117430"/>
                </a:cubicBezTo>
                <a:cubicBezTo>
                  <a:pt x="130640" y="104546"/>
                  <a:pt x="137879" y="87070"/>
                  <a:pt x="137879" y="68850"/>
                </a:cubicBezTo>
                <a:cubicBezTo>
                  <a:pt x="137879" y="50630"/>
                  <a:pt x="130640" y="33154"/>
                  <a:pt x="117757" y="20270"/>
                </a:cubicBezTo>
                <a:cubicBezTo>
                  <a:pt x="104873" y="7387"/>
                  <a:pt x="87397" y="148"/>
                  <a:pt x="69177" y="148"/>
                </a:cubicBezTo>
                <a:cubicBezTo>
                  <a:pt x="50957" y="148"/>
                  <a:pt x="33481" y="7387"/>
                  <a:pt x="20597" y="20270"/>
                </a:cubicBezTo>
                <a:cubicBezTo>
                  <a:pt x="7714" y="33154"/>
                  <a:pt x="475" y="50630"/>
                  <a:pt x="475" y="68850"/>
                </a:cubicBezTo>
                <a:cubicBezTo>
                  <a:pt x="475" y="87070"/>
                  <a:pt x="7714" y="104546"/>
                  <a:pt x="20597" y="117430"/>
                </a:cubicBezTo>
                <a:cubicBezTo>
                  <a:pt x="33481" y="130313"/>
                  <a:pt x="50957" y="137552"/>
                  <a:pt x="69177" y="137552"/>
                </a:cubicBezTo>
                <a:close/>
              </a:path>
            </a:pathLst>
          </a:custGeom>
          <a:solidFill xmlns:a="http://schemas.openxmlformats.org/drawingml/2006/main">
            <a:srgbClr val="D9822B"/>
          </a:solidFill>
          <a:ln xmlns:a="http://schemas.openxmlformats.org/drawingml/2006/main" w="8890">
            <a:solidFill>
              <a:srgbClr val="FFFFFF"/>
            </a:solidFill>
            <a:prstDash val="solid"/>
          </a:ln>
        </p:spPr>
      </p:sp>
      <p:sp>
        <p:nvSpPr>
          <p:cNvPr id="180" name="文本框 179">
            <a:extLst xmlns:a="http://schemas.openxmlformats.org/drawingml/2006/main">
              <a:ext uri="{FF2B5EF4-FFF2-40B4-BE49-F238E27FC236}">
                <a16:creationId xmlns:a16="http://schemas.microsoft.com/office/drawing/2014/main" id="{4032D6C2-C05F-BF34-3F05-36CEFDC2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0457" y="2706661"/>
            <a:ext cx="445955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SIG002</a:t>
            </a:r>
          </a:p>
        </p:txBody>
      </p:sp>
      <p:sp>
        <p:nvSpPr>
          <p:cNvPr id="181" name="任意形状 180">
            <a:extLst xmlns:a="http://schemas.openxmlformats.org/drawingml/2006/main">
              <a:ext uri="{FF2B5EF4-FFF2-40B4-BE49-F238E27FC236}">
                <a16:creationId xmlns:a16="http://schemas.microsoft.com/office/drawing/2014/main" id="{8602D4AF-63C2-1E46-87BD-74DFCFA9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30713" y="4561346"/>
            <a:ext cx="183687" cy="171766"/>
          </a:xfrm>
          <a:custGeom xmlns:a="http://schemas.openxmlformats.org/drawingml/2006/main">
            <a:gdLst>
              <a:gd name="csX0" fmla="*/ 61478 w 121949"/>
              <a:gd name="csY0" fmla="*/ 122212 h 121949"/>
              <a:gd name="csX1" fmla="*/ 104594 w 121949"/>
              <a:gd name="csY1" fmla="*/ 104353 h 121949"/>
              <a:gd name="csX2" fmla="*/ 122453 w 121949"/>
              <a:gd name="csY2" fmla="*/ 61237 h 121949"/>
              <a:gd name="csX3" fmla="*/ 104594 w 121949"/>
              <a:gd name="csY3" fmla="*/ 18122 h 121949"/>
              <a:gd name="csX4" fmla="*/ 61478 w 121949"/>
              <a:gd name="csY4" fmla="*/ 262 h 121949"/>
              <a:gd name="csX5" fmla="*/ 18362 w 121949"/>
              <a:gd name="csY5" fmla="*/ 18122 h 121949"/>
              <a:gd name="csX6" fmla="*/ 503 w 121949"/>
              <a:gd name="csY6" fmla="*/ 61237 h 121949"/>
              <a:gd name="csX7" fmla="*/ 18362 w 121949"/>
              <a:gd name="csY7" fmla="*/ 104353 h 121949"/>
              <a:gd name="csX8" fmla="*/ 61478 w 121949"/>
              <a:gd name="csY8" fmla="*/ 122212 h 121949"/>
            </a:gdLst>
            <a:rect l="l" t="t" r="r" b="b"/>
            <a:pathLst>
              <a:path w="121949" h="121949">
                <a:moveTo>
                  <a:pt x="61478" y="122212"/>
                </a:moveTo>
                <a:cubicBezTo>
                  <a:pt x="77649" y="122212"/>
                  <a:pt x="93160" y="115788"/>
                  <a:pt x="104594" y="104353"/>
                </a:cubicBezTo>
                <a:cubicBezTo>
                  <a:pt x="116028" y="92919"/>
                  <a:pt x="122453" y="77408"/>
                  <a:pt x="122453" y="61237"/>
                </a:cubicBezTo>
                <a:cubicBezTo>
                  <a:pt x="122453" y="45067"/>
                  <a:pt x="116028" y="29556"/>
                  <a:pt x="104594" y="18122"/>
                </a:cubicBezTo>
                <a:cubicBezTo>
                  <a:pt x="93160" y="6687"/>
                  <a:pt x="77649" y="262"/>
                  <a:pt x="61478" y="262"/>
                </a:cubicBezTo>
                <a:cubicBezTo>
                  <a:pt x="45307" y="262"/>
                  <a:pt x="29797" y="6687"/>
                  <a:pt x="18362" y="18122"/>
                </a:cubicBezTo>
                <a:cubicBezTo>
                  <a:pt x="6928" y="29556"/>
                  <a:pt x="503" y="45067"/>
                  <a:pt x="503" y="61237"/>
                </a:cubicBezTo>
                <a:cubicBezTo>
                  <a:pt x="503" y="77408"/>
                  <a:pt x="6928" y="92919"/>
                  <a:pt x="18362" y="104353"/>
                </a:cubicBezTo>
                <a:cubicBezTo>
                  <a:pt x="29797" y="115788"/>
                  <a:pt x="45307" y="122212"/>
                  <a:pt x="61478" y="122212"/>
                </a:cubicBez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8890">
            <a:solidFill>
              <a:srgbClr val="FFFFFF"/>
            </a:solidFill>
            <a:prstDash val="solid"/>
          </a:ln>
        </p:spPr>
      </p:sp>
      <p:sp>
        <p:nvSpPr>
          <p:cNvPr id="182" name="文本框 181">
            <a:extLst xmlns:a="http://schemas.openxmlformats.org/drawingml/2006/main">
              <a:ext uri="{FF2B5EF4-FFF2-40B4-BE49-F238E27FC236}">
                <a16:creationId xmlns:a16="http://schemas.microsoft.com/office/drawing/2014/main" id="{FC66928C-8B5A-531C-2AD3-C6982D44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2594" y="4382716"/>
            <a:ext cx="445955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SIG003</a:t>
            </a:r>
          </a:p>
        </p:txBody>
      </p:sp>
      <p:sp>
        <p:nvSpPr>
          <p:cNvPr id="183" name="任意形状 182">
            <a:extLst xmlns:a="http://schemas.openxmlformats.org/drawingml/2006/main">
              <a:ext uri="{FF2B5EF4-FFF2-40B4-BE49-F238E27FC236}">
                <a16:creationId xmlns:a16="http://schemas.microsoft.com/office/drawing/2014/main" id="{6B1E8CBB-60D5-D2F3-772E-AED39D3E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43990" y="3115978"/>
            <a:ext cx="187796" cy="175609"/>
          </a:xfrm>
          <a:custGeom xmlns:a="http://schemas.openxmlformats.org/drawingml/2006/main">
            <a:gdLst>
              <a:gd name="csX0" fmla="*/ 62827 w 124677"/>
              <a:gd name="csY0" fmla="*/ 124859 h 124677"/>
              <a:gd name="csX1" fmla="*/ 106907 w 124677"/>
              <a:gd name="csY1" fmla="*/ 106600 h 124677"/>
              <a:gd name="csX2" fmla="*/ 125165 w 124677"/>
              <a:gd name="csY2" fmla="*/ 62520 h 124677"/>
              <a:gd name="csX3" fmla="*/ 106907 w 124677"/>
              <a:gd name="csY3" fmla="*/ 18440 h 124677"/>
              <a:gd name="csX4" fmla="*/ 62827 w 124677"/>
              <a:gd name="csY4" fmla="*/ 182 h 124677"/>
              <a:gd name="csX5" fmla="*/ 18747 w 124677"/>
              <a:gd name="csY5" fmla="*/ 18440 h 124677"/>
              <a:gd name="csX6" fmla="*/ 488 w 124677"/>
              <a:gd name="csY6" fmla="*/ 62520 h 124677"/>
              <a:gd name="csX7" fmla="*/ 18747 w 124677"/>
              <a:gd name="csY7" fmla="*/ 106600 h 124677"/>
              <a:gd name="csX8" fmla="*/ 62827 w 124677"/>
              <a:gd name="csY8" fmla="*/ 124859 h 124677"/>
            </a:gdLst>
            <a:rect l="l" t="t" r="r" b="b"/>
            <a:pathLst>
              <a:path w="124677" h="124677">
                <a:moveTo>
                  <a:pt x="62827" y="124859"/>
                </a:moveTo>
                <a:cubicBezTo>
                  <a:pt x="79359" y="124859"/>
                  <a:pt x="95217" y="118290"/>
                  <a:pt x="106907" y="106600"/>
                </a:cubicBezTo>
                <a:cubicBezTo>
                  <a:pt x="118597" y="94910"/>
                  <a:pt x="125165" y="79053"/>
                  <a:pt x="125165" y="62520"/>
                </a:cubicBezTo>
                <a:cubicBezTo>
                  <a:pt x="125165" y="45988"/>
                  <a:pt x="118597" y="30131"/>
                  <a:pt x="106907" y="18440"/>
                </a:cubicBezTo>
                <a:cubicBezTo>
                  <a:pt x="95217" y="6750"/>
                  <a:pt x="79359" y="182"/>
                  <a:pt x="62827" y="182"/>
                </a:cubicBezTo>
                <a:cubicBezTo>
                  <a:pt x="46294" y="182"/>
                  <a:pt x="30437" y="6750"/>
                  <a:pt x="18747" y="18440"/>
                </a:cubicBezTo>
                <a:cubicBezTo>
                  <a:pt x="7057" y="30131"/>
                  <a:pt x="488" y="45988"/>
                  <a:pt x="488" y="62520"/>
                </a:cubicBezTo>
                <a:cubicBezTo>
                  <a:pt x="488" y="79053"/>
                  <a:pt x="7057" y="94910"/>
                  <a:pt x="18747" y="106600"/>
                </a:cubicBezTo>
                <a:cubicBezTo>
                  <a:pt x="30437" y="118290"/>
                  <a:pt x="46294" y="124859"/>
                  <a:pt x="62827" y="124859"/>
                </a:cubicBezTo>
                <a:close/>
              </a:path>
            </a:pathLst>
          </a:custGeom>
          <a:solidFill xmlns:a="http://schemas.openxmlformats.org/drawingml/2006/main">
            <a:srgbClr val="D9822B"/>
          </a:solidFill>
          <a:ln xmlns:a="http://schemas.openxmlformats.org/drawingml/2006/main" w="8890">
            <a:solidFill>
              <a:srgbClr val="FFFFFF"/>
            </a:solidFill>
            <a:prstDash val="solid"/>
          </a:ln>
        </p:spPr>
      </p:sp>
      <p:sp>
        <p:nvSpPr>
          <p:cNvPr id="184" name="文本框 183">
            <a:extLst xmlns:a="http://schemas.openxmlformats.org/drawingml/2006/main">
              <a:ext uri="{FF2B5EF4-FFF2-40B4-BE49-F238E27FC236}">
                <a16:creationId xmlns:a16="http://schemas.microsoft.com/office/drawing/2014/main" id="{50EAC14B-AD46-67F1-FD31-01A331A6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34491" y="3128091"/>
            <a:ext cx="445955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SIG004</a:t>
            </a:r>
          </a:p>
        </p:txBody>
      </p:sp>
      <p:sp>
        <p:nvSpPr>
          <p:cNvPr id="185" name="任意形状 184">
            <a:extLst xmlns:a="http://schemas.openxmlformats.org/drawingml/2006/main">
              <a:ext uri="{FF2B5EF4-FFF2-40B4-BE49-F238E27FC236}">
                <a16:creationId xmlns:a16="http://schemas.microsoft.com/office/drawing/2014/main" id="{51EB234C-7E30-FDFF-B70D-8DDFB97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09932" y="2441176"/>
            <a:ext cx="183568" cy="171655"/>
          </a:xfrm>
          <a:custGeom xmlns:a="http://schemas.openxmlformats.org/drawingml/2006/main">
            <a:gdLst>
              <a:gd name="csX0" fmla="*/ 61390 w 121870"/>
              <a:gd name="csY0" fmla="*/ 122014 h 121870"/>
              <a:gd name="csX1" fmla="*/ 104478 w 121870"/>
              <a:gd name="csY1" fmla="*/ 104167 h 121870"/>
              <a:gd name="csX2" fmla="*/ 122325 w 121870"/>
              <a:gd name="csY2" fmla="*/ 61079 h 121870"/>
              <a:gd name="csX3" fmla="*/ 104478 w 121870"/>
              <a:gd name="csY3" fmla="*/ 17991 h 121870"/>
              <a:gd name="csX4" fmla="*/ 61390 w 121870"/>
              <a:gd name="csY4" fmla="*/ 144 h 121870"/>
              <a:gd name="csX5" fmla="*/ 18303 w 121870"/>
              <a:gd name="csY5" fmla="*/ 17991 h 121870"/>
              <a:gd name="csX6" fmla="*/ 455 w 121870"/>
              <a:gd name="csY6" fmla="*/ 61079 h 121870"/>
              <a:gd name="csX7" fmla="*/ 18303 w 121870"/>
              <a:gd name="csY7" fmla="*/ 104167 h 121870"/>
              <a:gd name="csX8" fmla="*/ 61390 w 121870"/>
              <a:gd name="csY8" fmla="*/ 122014 h 121870"/>
            </a:gdLst>
            <a:rect l="l" t="t" r="r" b="b"/>
            <a:pathLst>
              <a:path w="121870" h="121870">
                <a:moveTo>
                  <a:pt x="61390" y="122014"/>
                </a:moveTo>
                <a:cubicBezTo>
                  <a:pt x="77550" y="122014"/>
                  <a:pt x="93051" y="115594"/>
                  <a:pt x="104478" y="104167"/>
                </a:cubicBezTo>
                <a:cubicBezTo>
                  <a:pt x="115905" y="92740"/>
                  <a:pt x="122325" y="77239"/>
                  <a:pt x="122325" y="61079"/>
                </a:cubicBezTo>
                <a:cubicBezTo>
                  <a:pt x="122325" y="44919"/>
                  <a:pt x="115905" y="29418"/>
                  <a:pt x="104478" y="17991"/>
                </a:cubicBezTo>
                <a:cubicBezTo>
                  <a:pt x="93051" y="6564"/>
                  <a:pt x="77550" y="144"/>
                  <a:pt x="61390" y="144"/>
                </a:cubicBezTo>
                <a:cubicBezTo>
                  <a:pt x="45230" y="144"/>
                  <a:pt x="29730" y="6564"/>
                  <a:pt x="18303" y="17991"/>
                </a:cubicBezTo>
                <a:cubicBezTo>
                  <a:pt x="6875" y="29418"/>
                  <a:pt x="455" y="44919"/>
                  <a:pt x="455" y="61079"/>
                </a:cubicBezTo>
                <a:cubicBezTo>
                  <a:pt x="455" y="77239"/>
                  <a:pt x="6875" y="92740"/>
                  <a:pt x="18303" y="104167"/>
                </a:cubicBezTo>
                <a:cubicBezTo>
                  <a:pt x="29730" y="115594"/>
                  <a:pt x="45230" y="122014"/>
                  <a:pt x="61390" y="122014"/>
                </a:cubicBezTo>
                <a:close/>
              </a:path>
            </a:pathLst>
          </a:custGeom>
          <a:solidFill xmlns:a="http://schemas.openxmlformats.org/drawingml/2006/main">
            <a:srgbClr val="D9822B"/>
          </a:solidFill>
          <a:ln xmlns:a="http://schemas.openxmlformats.org/drawingml/2006/main" w="8890">
            <a:solidFill>
              <a:srgbClr val="FFFFFF"/>
            </a:solidFill>
            <a:prstDash val="solid"/>
          </a:ln>
        </p:spPr>
      </p:sp>
      <p:sp>
        <p:nvSpPr>
          <p:cNvPr id="186" name="文本框 185">
            <a:extLst xmlns:a="http://schemas.openxmlformats.org/drawingml/2006/main">
              <a:ext uri="{FF2B5EF4-FFF2-40B4-BE49-F238E27FC236}">
                <a16:creationId xmlns:a16="http://schemas.microsoft.com/office/drawing/2014/main" id="{CFB17CC2-5C7C-CCF2-F81A-66344B86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0934" y="2380604"/>
            <a:ext cx="445955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SIG022</a:t>
            </a:r>
          </a:p>
        </p:txBody>
      </p:sp>
      <p:sp>
        <p:nvSpPr>
          <p:cNvPr id="187" name="任意形状 186">
            <a:extLst xmlns:a="http://schemas.openxmlformats.org/drawingml/2006/main">
              <a:ext uri="{FF2B5EF4-FFF2-40B4-BE49-F238E27FC236}">
                <a16:creationId xmlns:a16="http://schemas.microsoft.com/office/drawing/2014/main" id="{A8010A8C-866A-78E3-368D-F02485DB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20201" y="4569261"/>
            <a:ext cx="166758" cy="155936"/>
          </a:xfrm>
          <a:custGeom xmlns:a="http://schemas.openxmlformats.org/drawingml/2006/main">
            <a:gdLst>
              <a:gd name="csX0" fmla="*/ 55868 w 110710"/>
              <a:gd name="csY0" fmla="*/ 110973 h 110710"/>
              <a:gd name="csX1" fmla="*/ 95010 w 110710"/>
              <a:gd name="csY1" fmla="*/ 94759 h 110710"/>
              <a:gd name="csX2" fmla="*/ 111223 w 110710"/>
              <a:gd name="csY2" fmla="*/ 55618 h 110710"/>
              <a:gd name="csX3" fmla="*/ 95010 w 110710"/>
              <a:gd name="csY3" fmla="*/ 16476 h 110710"/>
              <a:gd name="csX4" fmla="*/ 55868 w 110710"/>
              <a:gd name="csY4" fmla="*/ 262 h 110710"/>
              <a:gd name="csX5" fmla="*/ 16726 w 110710"/>
              <a:gd name="csY5" fmla="*/ 16476 h 110710"/>
              <a:gd name="csX6" fmla="*/ 513 w 110710"/>
              <a:gd name="csY6" fmla="*/ 55618 h 110710"/>
              <a:gd name="csX7" fmla="*/ 16726 w 110710"/>
              <a:gd name="csY7" fmla="*/ 94759 h 110710"/>
              <a:gd name="csX8" fmla="*/ 55868 w 110710"/>
              <a:gd name="csY8" fmla="*/ 110973 h 110710"/>
            </a:gdLst>
            <a:rect l="l" t="t" r="r" b="b"/>
            <a:pathLst>
              <a:path w="110710" h="110710">
                <a:moveTo>
                  <a:pt x="55868" y="110973"/>
                </a:moveTo>
                <a:cubicBezTo>
                  <a:pt x="70548" y="110973"/>
                  <a:pt x="84629" y="105140"/>
                  <a:pt x="95010" y="94759"/>
                </a:cubicBezTo>
                <a:cubicBezTo>
                  <a:pt x="105390" y="84379"/>
                  <a:pt x="111223" y="70298"/>
                  <a:pt x="111223" y="55618"/>
                </a:cubicBezTo>
                <a:cubicBezTo>
                  <a:pt x="111223" y="40937"/>
                  <a:pt x="105390" y="26856"/>
                  <a:pt x="95010" y="16476"/>
                </a:cubicBezTo>
                <a:cubicBezTo>
                  <a:pt x="84629" y="6095"/>
                  <a:pt x="70548" y="262"/>
                  <a:pt x="55868" y="262"/>
                </a:cubicBezTo>
                <a:cubicBezTo>
                  <a:pt x="41187" y="262"/>
                  <a:pt x="27106" y="6095"/>
                  <a:pt x="16726" y="16476"/>
                </a:cubicBezTo>
                <a:cubicBezTo>
                  <a:pt x="6345" y="26856"/>
                  <a:pt x="513" y="40937"/>
                  <a:pt x="513" y="55618"/>
                </a:cubicBezTo>
                <a:cubicBezTo>
                  <a:pt x="513" y="70298"/>
                  <a:pt x="6345" y="84379"/>
                  <a:pt x="16726" y="94759"/>
                </a:cubicBezTo>
                <a:cubicBezTo>
                  <a:pt x="27106" y="105140"/>
                  <a:pt x="41187" y="110973"/>
                  <a:pt x="55868" y="110973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8890">
            <a:solidFill>
              <a:srgbClr val="FFFFFF"/>
            </a:solidFill>
            <a:prstDash val="solid"/>
          </a:ln>
        </p:spPr>
      </p:sp>
      <p:sp>
        <p:nvSpPr>
          <p:cNvPr id="188" name="文本框 187">
            <a:extLst xmlns:a="http://schemas.openxmlformats.org/drawingml/2006/main">
              <a:ext uri="{FF2B5EF4-FFF2-40B4-BE49-F238E27FC236}">
                <a16:creationId xmlns:a16="http://schemas.microsoft.com/office/drawing/2014/main" id="{5E2C2D96-B775-175B-4868-3F692FA2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3393" y="4553957"/>
            <a:ext cx="445955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SIG023</a:t>
            </a:r>
          </a:p>
        </p:txBody>
      </p:sp>
      <p:sp>
        <p:nvSpPr>
          <p:cNvPr id="189" name="任意形状 188">
            <a:extLst xmlns:a="http://schemas.openxmlformats.org/drawingml/2006/main">
              <a:ext uri="{FF2B5EF4-FFF2-40B4-BE49-F238E27FC236}">
                <a16:creationId xmlns:a16="http://schemas.microsoft.com/office/drawing/2014/main" id="{DD9AAB93-71FE-EC29-06A2-6084F81F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40707" y="2005740"/>
            <a:ext cx="200027" cy="187046"/>
          </a:xfrm>
          <a:custGeom xmlns:a="http://schemas.openxmlformats.org/drawingml/2006/main">
            <a:gdLst>
              <a:gd name="csX0" fmla="*/ 66845 w 132797"/>
              <a:gd name="csY0" fmla="*/ 132918 h 132797"/>
              <a:gd name="csX1" fmla="*/ 113797 w 132797"/>
              <a:gd name="csY1" fmla="*/ 113470 h 132797"/>
              <a:gd name="csX2" fmla="*/ 133244 w 132797"/>
              <a:gd name="csY2" fmla="*/ 66519 h 132797"/>
              <a:gd name="csX3" fmla="*/ 113797 w 132797"/>
              <a:gd name="csY3" fmla="*/ 19568 h 132797"/>
              <a:gd name="csX4" fmla="*/ 66845 w 132797"/>
              <a:gd name="csY4" fmla="*/ 120 h 132797"/>
              <a:gd name="csX5" fmla="*/ 19894 w 132797"/>
              <a:gd name="csY5" fmla="*/ 19568 h 132797"/>
              <a:gd name="csX6" fmla="*/ 447 w 132797"/>
              <a:gd name="csY6" fmla="*/ 66519 h 132797"/>
              <a:gd name="csX7" fmla="*/ 19894 w 132797"/>
              <a:gd name="csY7" fmla="*/ 113470 h 132797"/>
              <a:gd name="csX8" fmla="*/ 66845 w 132797"/>
              <a:gd name="csY8" fmla="*/ 132918 h 132797"/>
            </a:gdLst>
            <a:rect l="l" t="t" r="r" b="b"/>
            <a:pathLst>
              <a:path w="132797" h="132797">
                <a:moveTo>
                  <a:pt x="66845" y="132918"/>
                </a:moveTo>
                <a:cubicBezTo>
                  <a:pt x="84455" y="132918"/>
                  <a:pt x="101345" y="125922"/>
                  <a:pt x="113797" y="113470"/>
                </a:cubicBezTo>
                <a:cubicBezTo>
                  <a:pt x="126248" y="101018"/>
                  <a:pt x="133244" y="84128"/>
                  <a:pt x="133244" y="66519"/>
                </a:cubicBezTo>
                <a:cubicBezTo>
                  <a:pt x="133244" y="48910"/>
                  <a:pt x="126248" y="32019"/>
                  <a:pt x="113797" y="19568"/>
                </a:cubicBezTo>
                <a:cubicBezTo>
                  <a:pt x="101345" y="7116"/>
                  <a:pt x="84455" y="120"/>
                  <a:pt x="66845" y="120"/>
                </a:cubicBezTo>
                <a:cubicBezTo>
                  <a:pt x="49236" y="120"/>
                  <a:pt x="32346" y="7116"/>
                  <a:pt x="19894" y="19568"/>
                </a:cubicBezTo>
                <a:cubicBezTo>
                  <a:pt x="7443" y="32019"/>
                  <a:pt x="447" y="48910"/>
                  <a:pt x="447" y="66519"/>
                </a:cubicBezTo>
                <a:cubicBezTo>
                  <a:pt x="447" y="84128"/>
                  <a:pt x="7443" y="101018"/>
                  <a:pt x="19894" y="113470"/>
                </a:cubicBezTo>
                <a:cubicBezTo>
                  <a:pt x="32346" y="125922"/>
                  <a:pt x="49236" y="132918"/>
                  <a:pt x="66845" y="132918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8890">
            <a:solidFill>
              <a:srgbClr val="FFFFFF"/>
            </a:solidFill>
            <a:prstDash val="solid"/>
          </a:ln>
        </p:spPr>
      </p:sp>
      <p:sp>
        <p:nvSpPr>
          <p:cNvPr id="190" name="文本框 189">
            <a:extLst xmlns:a="http://schemas.openxmlformats.org/drawingml/2006/main">
              <a:ext uri="{FF2B5EF4-FFF2-40B4-BE49-F238E27FC236}">
                <a16:creationId xmlns:a16="http://schemas.microsoft.com/office/drawing/2014/main" id="{A565EDDD-79DA-DDB0-3FF9-93A3C0A7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35748" y="1994843"/>
            <a:ext cx="445955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SIG033</a:t>
            </a:r>
          </a:p>
        </p:txBody>
      </p:sp>
      <p:sp>
        <p:nvSpPr>
          <p:cNvPr id="191" name="任意形状 190">
            <a:extLst xmlns:a="http://schemas.openxmlformats.org/drawingml/2006/main">
              <a:ext uri="{FF2B5EF4-FFF2-40B4-BE49-F238E27FC236}">
                <a16:creationId xmlns:a16="http://schemas.microsoft.com/office/drawing/2014/main" id="{E72F70EC-70A8-46C8-9855-637FD063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5403" y="1313137"/>
            <a:ext cx="217667" cy="203541"/>
          </a:xfrm>
          <a:custGeom xmlns:a="http://schemas.openxmlformats.org/drawingml/2006/main">
            <a:gdLst>
              <a:gd name="csX0" fmla="*/ 72661 w 144508"/>
              <a:gd name="csY0" fmla="*/ 144591 h 144508"/>
              <a:gd name="csX1" fmla="*/ 123753 w 144508"/>
              <a:gd name="csY1" fmla="*/ 123428 h 144508"/>
              <a:gd name="csX2" fmla="*/ 144916 w 144508"/>
              <a:gd name="csY2" fmla="*/ 72336 h 144508"/>
              <a:gd name="csX3" fmla="*/ 123753 w 144508"/>
              <a:gd name="csY3" fmla="*/ 21245 h 144508"/>
              <a:gd name="csX4" fmla="*/ 72661 w 144508"/>
              <a:gd name="csY4" fmla="*/ 82 h 144508"/>
              <a:gd name="csX5" fmla="*/ 21569 w 144508"/>
              <a:gd name="csY5" fmla="*/ 21245 h 144508"/>
              <a:gd name="csX6" fmla="*/ 407 w 144508"/>
              <a:gd name="csY6" fmla="*/ 72336 h 144508"/>
              <a:gd name="csX7" fmla="*/ 21569 w 144508"/>
              <a:gd name="csY7" fmla="*/ 123428 h 144508"/>
              <a:gd name="csX8" fmla="*/ 72661 w 144508"/>
              <a:gd name="csY8" fmla="*/ 144591 h 144508"/>
            </a:gdLst>
            <a:rect l="l" t="t" r="r" b="b"/>
            <a:pathLst>
              <a:path w="144508" h="144508">
                <a:moveTo>
                  <a:pt x="72661" y="144591"/>
                </a:moveTo>
                <a:cubicBezTo>
                  <a:pt x="91823" y="144591"/>
                  <a:pt x="110203" y="136978"/>
                  <a:pt x="123753" y="123428"/>
                </a:cubicBezTo>
                <a:cubicBezTo>
                  <a:pt x="137302" y="109878"/>
                  <a:pt x="144916" y="91498"/>
                  <a:pt x="144916" y="72336"/>
                </a:cubicBezTo>
                <a:cubicBezTo>
                  <a:pt x="144916" y="53174"/>
                  <a:pt x="137302" y="34794"/>
                  <a:pt x="123753" y="21245"/>
                </a:cubicBezTo>
                <a:cubicBezTo>
                  <a:pt x="110203" y="7695"/>
                  <a:pt x="91823" y="82"/>
                  <a:pt x="72661" y="82"/>
                </a:cubicBezTo>
                <a:cubicBezTo>
                  <a:pt x="53499" y="82"/>
                  <a:pt x="35119" y="7695"/>
                  <a:pt x="21569" y="21245"/>
                </a:cubicBezTo>
                <a:cubicBezTo>
                  <a:pt x="8020" y="34794"/>
                  <a:pt x="407" y="53174"/>
                  <a:pt x="407" y="72336"/>
                </a:cubicBezTo>
                <a:cubicBezTo>
                  <a:pt x="407" y="91498"/>
                  <a:pt x="8020" y="109878"/>
                  <a:pt x="21569" y="123428"/>
                </a:cubicBezTo>
                <a:cubicBezTo>
                  <a:pt x="35119" y="136978"/>
                  <a:pt x="53499" y="144591"/>
                  <a:pt x="72661" y="144591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8890">
            <a:solidFill>
              <a:srgbClr val="FFFFFF"/>
            </a:solidFill>
            <a:prstDash val="solid"/>
          </a:ln>
        </p:spPr>
      </p:sp>
      <p:sp>
        <p:nvSpPr>
          <p:cNvPr id="192" name="文本框 191">
            <a:extLst xmlns:a="http://schemas.openxmlformats.org/drawingml/2006/main">
              <a:ext uri="{FF2B5EF4-FFF2-40B4-BE49-F238E27FC236}">
                <a16:creationId xmlns:a16="http://schemas.microsoft.com/office/drawing/2014/main" id="{A54C4C7D-9DE1-105F-51B0-B7FD4273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9266" y="1310487"/>
            <a:ext cx="445955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SIG034</a:t>
            </a:r>
          </a:p>
        </p:txBody>
      </p:sp>
      <p:sp>
        <p:nvSpPr>
          <p:cNvPr id="193" name="文本框 192">
            <a:extLst xmlns:a="http://schemas.openxmlformats.org/drawingml/2006/main">
              <a:ext uri="{FF2B5EF4-FFF2-40B4-BE49-F238E27FC236}">
                <a16:creationId xmlns:a16="http://schemas.microsoft.com/office/drawing/2014/main" id="{14031DB5-B567-3FC6-F1D0-85041156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4845" y="464737"/>
            <a:ext cx="279243" cy="276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4" name="文本框 193">
            <a:extLst xmlns:a="http://schemas.openxmlformats.org/drawingml/2006/main">
              <a:ext uri="{FF2B5EF4-FFF2-40B4-BE49-F238E27FC236}">
                <a16:creationId xmlns:a16="http://schemas.microsoft.com/office/drawing/2014/main" id="{47B3D0A0-AD87-5CE9-75C6-D70CB88B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4802" y="464737"/>
            <a:ext cx="3137397" cy="276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Continuous metrics and label sensitivity</a:t>
            </a:r>
          </a:p>
        </p:txBody>
      </p:sp>
      <p:sp>
        <p:nvSpPr>
          <p:cNvPr id="196" name="任意形状 195">
            <a:extLst xmlns:a="http://schemas.openxmlformats.org/drawingml/2006/main">
              <a:ext uri="{FF2B5EF4-FFF2-40B4-BE49-F238E27FC236}">
                <a16:creationId xmlns:a16="http://schemas.microsoft.com/office/drawing/2014/main" id="{D1CEF5B0-4FE9-8AE5-DD84-224B0C69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6590" y="5600416"/>
            <a:ext cx="114777" cy="107328"/>
          </a:xfrm>
          <a:custGeom xmlns:a="http://schemas.openxmlformats.org/drawingml/2006/main">
            <a:gdLst>
              <a:gd name="csX0" fmla="*/ 38512 w 76200"/>
              <a:gd name="csY0" fmla="*/ 76519 h 76200"/>
              <a:gd name="csX1" fmla="*/ 65453 w 76200"/>
              <a:gd name="csY1" fmla="*/ 65360 h 76200"/>
              <a:gd name="csX2" fmla="*/ 76612 w 76200"/>
              <a:gd name="csY2" fmla="*/ 38419 h 76200"/>
              <a:gd name="csX3" fmla="*/ 65453 w 76200"/>
              <a:gd name="csY3" fmla="*/ 11478 h 76200"/>
              <a:gd name="csX4" fmla="*/ 38512 w 76200"/>
              <a:gd name="csY4" fmla="*/ 319 h 76200"/>
              <a:gd name="csX5" fmla="*/ 11571 w 76200"/>
              <a:gd name="csY5" fmla="*/ 11478 h 76200"/>
              <a:gd name="csX6" fmla="*/ 412 w 76200"/>
              <a:gd name="csY6" fmla="*/ 38419 h 76200"/>
              <a:gd name="csX7" fmla="*/ 11571 w 76200"/>
              <a:gd name="csY7" fmla="*/ 65360 h 76200"/>
              <a:gd name="csX8" fmla="*/ 38512 w 76200"/>
              <a:gd name="csY8" fmla="*/ 76519 h 76200"/>
            </a:gdLst>
            <a:rect l="l" t="t" r="r" b="b"/>
            <a:pathLst>
              <a:path w="76200" h="76200">
                <a:moveTo>
                  <a:pt x="38512" y="76519"/>
                </a:moveTo>
                <a:cubicBezTo>
                  <a:pt x="48616" y="76519"/>
                  <a:pt x="58308" y="72504"/>
                  <a:pt x="65453" y="65360"/>
                </a:cubicBezTo>
                <a:cubicBezTo>
                  <a:pt x="72597" y="58215"/>
                  <a:pt x="76612" y="48523"/>
                  <a:pt x="76612" y="38419"/>
                </a:cubicBezTo>
                <a:cubicBezTo>
                  <a:pt x="76612" y="28315"/>
                  <a:pt x="72597" y="18623"/>
                  <a:pt x="65453" y="11478"/>
                </a:cubicBezTo>
                <a:cubicBezTo>
                  <a:pt x="58308" y="4333"/>
                  <a:pt x="48616" y="319"/>
                  <a:pt x="38512" y="319"/>
                </a:cubicBezTo>
                <a:cubicBezTo>
                  <a:pt x="28408" y="319"/>
                  <a:pt x="18716" y="4333"/>
                  <a:pt x="11571" y="11478"/>
                </a:cubicBezTo>
                <a:cubicBezTo>
                  <a:pt x="4426" y="18623"/>
                  <a:pt x="412" y="28315"/>
                  <a:pt x="412" y="38419"/>
                </a:cubicBezTo>
                <a:cubicBezTo>
                  <a:pt x="412" y="48523"/>
                  <a:pt x="4426" y="58215"/>
                  <a:pt x="11571" y="65360"/>
                </a:cubicBezTo>
                <a:cubicBezTo>
                  <a:pt x="18716" y="72504"/>
                  <a:pt x="28408" y="76519"/>
                  <a:pt x="38512" y="76519"/>
                </a:cubicBezTo>
                <a:close/>
              </a:path>
            </a:pathLst>
          </a:custGeom>
          <a:solidFill xmlns:a="http://schemas.openxmlformats.org/drawingml/2006/main">
            <a:srgbClr val="2F6B8A"/>
          </a:solidFill>
          <a:ln xmlns:a="http://schemas.openxmlformats.org/drawingml/2006/main" w="12700">
            <a:solidFill>
              <a:srgbClr val="2F6B8A"/>
            </a:solidFill>
            <a:prstDash val="solid"/>
          </a:ln>
        </p:spPr>
      </p:sp>
      <p:sp>
        <p:nvSpPr>
          <p:cNvPr id="197" name="文本框 196">
            <a:extLst xmlns:a="http://schemas.openxmlformats.org/drawingml/2006/main">
              <a:ext uri="{FF2B5EF4-FFF2-40B4-BE49-F238E27FC236}">
                <a16:creationId xmlns:a16="http://schemas.microsoft.com/office/drawing/2014/main" id="{86865B83-662C-F820-B5AE-9052EC13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8702" y="5561102"/>
            <a:ext cx="1324401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 stable across perturbations</a:t>
            </a:r>
          </a:p>
        </p:txBody>
      </p:sp>
      <p:sp>
        <p:nvSpPr>
          <p:cNvPr id="198" name="任意形状 197">
            <a:extLst xmlns:a="http://schemas.openxmlformats.org/drawingml/2006/main">
              <a:ext uri="{FF2B5EF4-FFF2-40B4-BE49-F238E27FC236}">
                <a16:creationId xmlns:a16="http://schemas.microsoft.com/office/drawing/2014/main" id="{8C39318B-5F89-FF18-AD62-C90CCE39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6590" y="5749657"/>
            <a:ext cx="114777" cy="107328"/>
          </a:xfrm>
          <a:custGeom xmlns:a="http://schemas.openxmlformats.org/drawingml/2006/main">
            <a:gdLst>
              <a:gd name="csX0" fmla="*/ 38512 w 76200"/>
              <a:gd name="csY0" fmla="*/ 76527 h 76200"/>
              <a:gd name="csX1" fmla="*/ 65453 w 76200"/>
              <a:gd name="csY1" fmla="*/ 65368 h 76200"/>
              <a:gd name="csX2" fmla="*/ 76612 w 76200"/>
              <a:gd name="csY2" fmla="*/ 38427 h 76200"/>
              <a:gd name="csX3" fmla="*/ 65453 w 76200"/>
              <a:gd name="csY3" fmla="*/ 11486 h 76200"/>
              <a:gd name="csX4" fmla="*/ 38512 w 76200"/>
              <a:gd name="csY4" fmla="*/ 327 h 76200"/>
              <a:gd name="csX5" fmla="*/ 11571 w 76200"/>
              <a:gd name="csY5" fmla="*/ 11486 h 76200"/>
              <a:gd name="csX6" fmla="*/ 412 w 76200"/>
              <a:gd name="csY6" fmla="*/ 38427 h 76200"/>
              <a:gd name="csX7" fmla="*/ 11571 w 76200"/>
              <a:gd name="csY7" fmla="*/ 65368 h 76200"/>
              <a:gd name="csX8" fmla="*/ 38512 w 76200"/>
              <a:gd name="csY8" fmla="*/ 76527 h 76200"/>
            </a:gdLst>
            <a:rect l="l" t="t" r="r" b="b"/>
            <a:pathLst>
              <a:path w="76200" h="76200">
                <a:moveTo>
                  <a:pt x="38512" y="76527"/>
                </a:moveTo>
                <a:cubicBezTo>
                  <a:pt x="48616" y="76527"/>
                  <a:pt x="58308" y="72513"/>
                  <a:pt x="65453" y="65368"/>
                </a:cubicBezTo>
                <a:cubicBezTo>
                  <a:pt x="72597" y="58223"/>
                  <a:pt x="76612" y="48531"/>
                  <a:pt x="76612" y="38427"/>
                </a:cubicBezTo>
                <a:cubicBezTo>
                  <a:pt x="76612" y="28323"/>
                  <a:pt x="72597" y="18631"/>
                  <a:pt x="65453" y="11486"/>
                </a:cubicBezTo>
                <a:cubicBezTo>
                  <a:pt x="58308" y="4342"/>
                  <a:pt x="48616" y="327"/>
                  <a:pt x="38512" y="327"/>
                </a:cubicBezTo>
                <a:cubicBezTo>
                  <a:pt x="28408" y="327"/>
                  <a:pt x="18716" y="4342"/>
                  <a:pt x="11571" y="11486"/>
                </a:cubicBezTo>
                <a:cubicBezTo>
                  <a:pt x="4426" y="18631"/>
                  <a:pt x="412" y="28323"/>
                  <a:pt x="412" y="38427"/>
                </a:cubicBezTo>
                <a:cubicBezTo>
                  <a:pt x="412" y="48531"/>
                  <a:pt x="4426" y="58223"/>
                  <a:pt x="11571" y="65368"/>
                </a:cubicBezTo>
                <a:cubicBezTo>
                  <a:pt x="18716" y="72513"/>
                  <a:pt x="28408" y="76527"/>
                  <a:pt x="38512" y="76527"/>
                </a:cubicBezTo>
                <a:close/>
              </a:path>
            </a:pathLst>
          </a:custGeom>
          <a:solidFill xmlns:a="http://schemas.openxmlformats.org/drawingml/2006/main">
            <a:srgbClr val="8A8A8A"/>
          </a:solidFill>
          <a:ln xmlns:a="http://schemas.openxmlformats.org/drawingml/2006/main" w="12700">
            <a:solidFill>
              <a:srgbClr val="8A8A8A"/>
            </a:solidFill>
            <a:prstDash val="solid"/>
          </a:ln>
        </p:spPr>
      </p:sp>
      <p:sp>
        <p:nvSpPr>
          <p:cNvPr id="199" name="文本框 198">
            <a:extLst xmlns:a="http://schemas.openxmlformats.org/drawingml/2006/main">
              <a:ext uri="{FF2B5EF4-FFF2-40B4-BE49-F238E27FC236}">
                <a16:creationId xmlns:a16="http://schemas.microsoft.com/office/drawing/2014/main" id="{B8BA8C91-171E-D2A0-4527-F099A2CD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8702" y="5710342"/>
            <a:ext cx="1241044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 changed in one scenario</a:t>
            </a:r>
          </a:p>
        </p:txBody>
      </p:sp>
      <p:sp>
        <p:nvSpPr>
          <p:cNvPr id="200" name="任意形状 199">
            <a:extLst xmlns:a="http://schemas.openxmlformats.org/drawingml/2006/main">
              <a:ext uri="{FF2B5EF4-FFF2-40B4-BE49-F238E27FC236}">
                <a16:creationId xmlns:a16="http://schemas.microsoft.com/office/drawing/2014/main" id="{9AA7DEFC-BE76-0218-BBB4-41ED880C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6590" y="5898897"/>
            <a:ext cx="114777" cy="107328"/>
          </a:xfrm>
          <a:custGeom xmlns:a="http://schemas.openxmlformats.org/drawingml/2006/main">
            <a:gdLst>
              <a:gd name="csX0" fmla="*/ 38512 w 76200"/>
              <a:gd name="csY0" fmla="*/ 76535 h 76200"/>
              <a:gd name="csX1" fmla="*/ 65453 w 76200"/>
              <a:gd name="csY1" fmla="*/ 65376 h 76200"/>
              <a:gd name="csX2" fmla="*/ 76612 w 76200"/>
              <a:gd name="csY2" fmla="*/ 38435 h 76200"/>
              <a:gd name="csX3" fmla="*/ 65453 w 76200"/>
              <a:gd name="csY3" fmla="*/ 11495 h 76200"/>
              <a:gd name="csX4" fmla="*/ 38512 w 76200"/>
              <a:gd name="csY4" fmla="*/ 335 h 76200"/>
              <a:gd name="csX5" fmla="*/ 11571 w 76200"/>
              <a:gd name="csY5" fmla="*/ 11495 h 76200"/>
              <a:gd name="csX6" fmla="*/ 412 w 76200"/>
              <a:gd name="csY6" fmla="*/ 38435 h 76200"/>
              <a:gd name="csX7" fmla="*/ 11571 w 76200"/>
              <a:gd name="csY7" fmla="*/ 65376 h 76200"/>
              <a:gd name="csX8" fmla="*/ 38512 w 76200"/>
              <a:gd name="csY8" fmla="*/ 76535 h 76200"/>
            </a:gdLst>
            <a:rect l="l" t="t" r="r" b="b"/>
            <a:pathLst>
              <a:path w="76200" h="76200">
                <a:moveTo>
                  <a:pt x="38512" y="76535"/>
                </a:moveTo>
                <a:cubicBezTo>
                  <a:pt x="48616" y="76535"/>
                  <a:pt x="58308" y="72521"/>
                  <a:pt x="65453" y="65376"/>
                </a:cubicBezTo>
                <a:cubicBezTo>
                  <a:pt x="72597" y="58231"/>
                  <a:pt x="76612" y="48540"/>
                  <a:pt x="76612" y="38435"/>
                </a:cubicBezTo>
                <a:cubicBezTo>
                  <a:pt x="76612" y="28331"/>
                  <a:pt x="72597" y="18639"/>
                  <a:pt x="65453" y="11495"/>
                </a:cubicBezTo>
                <a:cubicBezTo>
                  <a:pt x="58308" y="4350"/>
                  <a:pt x="48616" y="335"/>
                  <a:pt x="38512" y="335"/>
                </a:cubicBezTo>
                <a:cubicBezTo>
                  <a:pt x="28408" y="335"/>
                  <a:pt x="18716" y="4350"/>
                  <a:pt x="11571" y="11495"/>
                </a:cubicBezTo>
                <a:cubicBezTo>
                  <a:pt x="4426" y="18639"/>
                  <a:pt x="412" y="28331"/>
                  <a:pt x="412" y="38435"/>
                </a:cubicBezTo>
                <a:cubicBezTo>
                  <a:pt x="412" y="48540"/>
                  <a:pt x="4426" y="58231"/>
                  <a:pt x="11571" y="65376"/>
                </a:cubicBezTo>
                <a:cubicBezTo>
                  <a:pt x="18716" y="72521"/>
                  <a:pt x="28408" y="76535"/>
                  <a:pt x="38512" y="76535"/>
                </a:cubicBezTo>
                <a:close/>
              </a:path>
            </a:pathLst>
          </a:custGeom>
          <a:solidFill xmlns:a="http://schemas.openxmlformats.org/drawingml/2006/main">
            <a:srgbClr val="D9822B"/>
          </a:solidFill>
          <a:ln xmlns:a="http://schemas.openxmlformats.org/drawingml/2006/main" w="12700">
            <a:solidFill>
              <a:srgbClr val="D9822B"/>
            </a:solidFill>
            <a:prstDash val="solid"/>
          </a:ln>
        </p:spPr>
      </p:sp>
      <p:sp>
        <p:nvSpPr>
          <p:cNvPr id="201" name="文本框 200">
            <a:extLst xmlns:a="http://schemas.openxmlformats.org/drawingml/2006/main">
              <a:ext uri="{FF2B5EF4-FFF2-40B4-BE49-F238E27FC236}">
                <a16:creationId xmlns:a16="http://schemas.microsoft.com/office/drawing/2014/main" id="{AF4FE50F-98ED-F6E7-10C4-EFCFEE12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8702" y="5859583"/>
            <a:ext cx="1234632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 changed in ≥2 scenarios</a:t>
            </a:r>
          </a:p>
        </p:txBody>
      </p:sp>
      <p:sp>
        <p:nvSpPr>
          <p:cNvPr id="234" name="文本框 233">
            <a:extLst xmlns:a="http://schemas.openxmlformats.org/drawingml/2006/main">
              <a:ext uri="{FF2B5EF4-FFF2-40B4-BE49-F238E27FC236}">
                <a16:creationId xmlns:a16="http://schemas.microsoft.com/office/drawing/2014/main" id="{344D1780-78EE-25AD-3707-8F64E634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52" y="6250800"/>
            <a:ext cx="821891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5F6B76"/>
                </a:solidFill>
                <a:latin typeface="Arial"/>
                <a:ea typeface="Arial"/>
                <a:cs typeface="Arial"/>
              </a:rPr>
              <a:t>Continuous metrics are primary. Each point is the median of cohort-specific patient medians from the same primary-independent set used for score synthesis.</a:t>
            </a:r>
          </a:p>
          <a:p xmlns:a="http://schemas.openxmlformats.org/drawingml/2006/main">
            <a:r>
              <a:rPr sz="900">
                <a:solidFill>
                  <a:srgbClr val="5F6B76"/>
                </a:solidFill>
                <a:latin typeface="Arial"/>
                <a:ea typeface="Arial"/>
                <a:cs typeface="Arial"/>
              </a:rPr>
              <a:t>Colors summarize label sensitivity under uniform ±10% and ±20% threshold perturbations; contributions are mathematical, not causal.</a:t>
            </a:r>
          </a:p>
        </p:txBody>
      </p:sp>
    </p:spTree>
    <p:extLst>
      <p:ext uri="{BB962C8B-B14F-4D97-AF65-F5344CB8AC3E}">
        <p14:creationId xmlns:p14="http://schemas.microsoft.com/office/powerpoint/2010/main" val="41186986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2026-07-22T15:49:26.4140000Z</dcterms:created>
  <dcterms:modified xsi:type="dcterms:W3CDTF">2026-07-22T15:49:26.4140000Z</dcterms:modified>
</coreProperties>
</file>